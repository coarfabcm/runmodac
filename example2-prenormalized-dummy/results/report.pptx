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3E95266-8A91-634B-9D8A-82E9C2DFC7E6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898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627"/>
    <p:restoredTop sz="99310" autoAdjust="0"/>
  </p:normalViewPr>
  <p:slideViewPr>
    <p:cSldViewPr snapToGrid="0" snapToObjects="1">
      <p:cViewPr varScale="1">
        <p:scale>
          <a:sx n="131" d="100"/>
          <a:sy n="131" d="100"/>
        </p:scale>
        <p:origin x="1304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72"/>
    </p:cViewPr>
  </p:sorter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475388-B706-A848-A46B-DDB877936374}" type="datetimeFigureOut">
              <a:rPr lang="en-US" smtClean="0"/>
              <a:t>1/29/18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418B3A-84A4-8742-8380-9258A83A48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405858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587B2F-58BE-554B-B170-DCECE273C696}" type="datetimeFigureOut">
              <a:rPr lang="en-US" smtClean="0"/>
              <a:t>1/29/18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EEF556-E94F-A84A-A7AB-DF543355B8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089830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4228229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665923"/>
            <a:ext cx="8229600" cy="54602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8E0D961-9B36-6D45-8D8C-1EBEC7A44DA6}"/>
              </a:ext>
            </a:extLst>
          </p:cNvPr>
          <p:cNvCxnSpPr/>
          <p:nvPr userDrawn="1"/>
        </p:nvCxnSpPr>
        <p:spPr>
          <a:xfrm>
            <a:off x="177266" y="661386"/>
            <a:ext cx="8807984" cy="0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34079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2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 anchor="b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422667"/>
            <a:ext cx="4040188" cy="470349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 anchor="b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1422667"/>
            <a:ext cx="4041775" cy="470349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85DF1B7-1ED9-3543-A017-68BCC855D1DE}"/>
              </a:ext>
            </a:extLst>
          </p:cNvPr>
          <p:cNvCxnSpPr/>
          <p:nvPr userDrawn="1"/>
        </p:nvCxnSpPr>
        <p:spPr>
          <a:xfrm>
            <a:off x="177266" y="661386"/>
            <a:ext cx="8807984" cy="0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51529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665924"/>
            <a:ext cx="8229600" cy="54602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8003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5" r:id="rId3"/>
  </p:sldLayoutIdLst>
  <p:hf sldNum="0" hdr="0" ftr="0" dt="0"/>
  <p:txStyles>
    <p:titleStyle>
      <a:lvl1pPr algn="ctr" defTabSz="457200" rtl="0" eaLnBrk="1" latinLnBrk="0" hangingPunct="1">
        <a:spcBef>
          <a:spcPct val="0"/>
        </a:spcBef>
        <a:buNone/>
        <a:defRPr sz="3200" kern="1200">
          <a:solidFill>
            <a:schemeClr val="tx1"/>
          </a:solidFill>
          <a:latin typeface="Garamond" panose="02020404030301010803" pitchFamily="18" charset="0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4ebca036b7463042551203a2400392c34f64675d.jp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4ecf439b2a5705060006413c2fd8954af1835ce2.jpg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77a04acdbbf9384837eb507431a21507f73f9e0.jpg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5c5221edb5e5afad6a8d4b0df88c67294885769.jpg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29c7dcb1f8dee2d771b7ab62cfd5bf105b339114.jpg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ff228977f1c863c4b7ce532e0550ccf27d01917.jpg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826ea1ad5984ef95c09196b9fa1ef5113aec246.jpg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95e271a405ee675c5708d7765ad954f23d507fc.jpg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5faadb5664b7c821009888df8da14e7922beef26.jpg"/>
<Relationship Id="rId3" Type="http://schemas.openxmlformats.org/officeDocument/2006/relationships/image" Target="../media/e82033dd484f9354e1d711c350cb8fdb07a454ed.jpg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ac35558d21425ee9e5fec3ce67065ed86b053307.jpg"/>
<Relationship Id="rId3" Type="http://schemas.openxmlformats.org/officeDocument/2006/relationships/image" Target="../media/606c85615b52d245c1b7a20086d3e8f65718201d.jp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d5540be4cc022b6f613035c50a9c7fcdb3b3b3c.jpg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5afbe7cfda2ce6efd8b471709888363d6e012f0.jp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/>
              <a:t>Project Report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r>
              <a:rPr/>
              <a:t>Metabolomics Analysis [prenormalized w/ dummy QC]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Project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665923"/>
            <a:ext cx="8229600" cy="5460240"/>
          </a:xfrm>
        </p:spPr>
        <p:txBody>
          <a:bodyPr/>
          <a:lstStyle/>
          <a:p>
            <a:pPr/>
            <a:r>
              <a:rPr/>
              <a:t>Samples</a:t>
            </a:r>
          </a:p>
          <a:p>
            <a:pPr lvl="1"/>
            <a:r>
              <a:rPr/>
              <a:t>39 experimental samples</a:t>
            </a:r>
          </a:p>
          <a:p>
            <a:pPr lvl="1"/>
            <a:r>
              <a:rPr/>
              <a:t>2 liver control samples</a:t>
            </a:r>
          </a:p>
          <a:p>
            <a:pPr/>
            <a:r>
              <a:rPr/>
              <a:t>Total of 23 features from 1 methods</a:t>
            </a:r>
          </a:p>
          <a:p>
            <a:pPr lvl="1"/>
            <a:r>
              <a:rPr/>
              <a:t>method1 was normalized by Internal Standard dummyISTD [CV = 0]</a:t>
            </a:r>
          </a:p>
          <a:p>
            <a:pPr/>
            <a:r>
              <a:rPr/>
              <a:t>Comparisons performed</a:t>
            </a:r>
          </a:p>
          <a:p>
            <a:pPr lvl="1"/>
            <a:r>
              <a:rPr/>
              <a:t>t-test</a:t>
            </a:r>
          </a:p>
          <a:p>
            <a:pPr lvl="2"/>
            <a:r>
              <a:rPr/>
              <a:t>HFDDam_over_RDDam</a:t>
            </a:r>
          </a:p>
          <a:p>
            <a:pPr lvl="2"/>
            <a:r>
              <a:rPr/>
              <a:t>MaleMHFD_over_MaleMRD</a:t>
            </a:r>
          </a:p>
          <a:p>
            <a:pPr lvl="2"/>
            <a:r>
              <a:rPr/>
              <a:t>FemMHFD_over_FemMRD</a:t>
            </a:r>
          </a:p>
          <a:p>
            <a:pPr lvl="1"/>
            <a:r>
              <a:rPr/>
              <a:t>anova</a:t>
            </a:r>
          </a:p>
          <a:p>
            <a:pPr lvl="2"/>
            <a:r>
              <a:rPr/>
              <a:t>MaleMRD_MaleMHFD_FemMRD_FemMHFD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QA plots: all_samples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QA plots: method1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Liver Control: method1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Internal Standards Distribution: method1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HFDDam_over_RDDam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Normalized PCA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Raw PCA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388620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1426464"/>
            <a:ext cx="41148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MaleMHFD_over_MaleMRD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Normalized PCA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Raw PCA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388620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1426464"/>
            <a:ext cx="41148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FemMHFD_over_FemMRD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Normalized PCA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Raw PCA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388620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1426464"/>
            <a:ext cx="41148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MaleMRD_MaleMHFD_FemMRD_FemMHFD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Normalized PCA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Raw PCA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388620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1426464"/>
            <a:ext cx="41148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HFDDam_over_RDDam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544068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MaleMHFD_over_MaleMRD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544068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FemMHFD_over_FemMRD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MaleMRD_MaleMHFD_FemMRD_FemMHFD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544068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34409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Garamond</vt:lpstr>
      <vt:lpstr>Custom Design</vt:lpstr>
    </vt:vector>
  </TitlesOfParts>
  <Company>University of Houston</Company>
  <LinksUpToDate>false</LinksUpToDate>
  <SharedDoc>false</SharedDoc>
  <HyperlinksChanged>false</HyperlinksChanged>
  <AppVersion>16.0009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Badrajee Piyarathna</dc:creator>
  <cp:lastModifiedBy>tanmaygandhi</cp:lastModifiedBy>
  <cp:revision>974</cp:revision>
  <cp:lastPrinted>2016-08-06T16:03:59Z</cp:lastPrinted>
  <dcterms:created xsi:type="dcterms:W3CDTF">2012-05-09T00:27:15Z</dcterms:created>
  <dcterms:modified xsi:type="dcterms:W3CDTF">2023-08-31T12:25:47Z</dcterms:modified>
</cp:coreProperties>
</file>