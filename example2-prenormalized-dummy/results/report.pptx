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 xmlns:a="http://schemas.openxmlformats.org/drawingml/2006/main" xmlns:r="http://schemas.openxmlformats.org/officeDocument/2006/relationships" xmlns:p="http://schemas.openxmlformats.org/presentationml/2006/main"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ile15b89152a7f79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ile15b891916ebca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ile15b892fd227a4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ile15b89e289883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5b89b34c7b8.jpg"/>
<Relationship Id="rId3" Type="http://schemas.openxmlformats.org/officeDocument/2006/relationships/image" Target="../media/file15b89362406c7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5b8977390e95.jpg"/>
<Relationship Id="rId3" Type="http://schemas.openxmlformats.org/officeDocument/2006/relationships/image" Target="../media/file15b8942ec9559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5b893a412862.jpg"/>
<Relationship Id="rId3" Type="http://schemas.openxmlformats.org/officeDocument/2006/relationships/image" Target="../media/file15b89bc257cf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5b89412dd11.jpg"/>
<Relationship Id="rId3" Type="http://schemas.openxmlformats.org/officeDocument/2006/relationships/image" Target="../media/file15b89726f892d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5b897897240c.jpg"/>
<Relationship Id="rId3" Type="http://schemas.openxmlformats.org/officeDocument/2006/relationships/image" Target="../media/file15b89abfcdae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5b8936586005.jpg"/>
<Relationship Id="rId3" Type="http://schemas.openxmlformats.org/officeDocument/2006/relationships/image" Target="../media/file15b8964080422.jp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5b894a47877c.jp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5b891e1003fd.jpg"/>
<Relationship Id="rId3" Type="http://schemas.openxmlformats.org/officeDocument/2006/relationships/image" Target="../media/file15b892d75e676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 [prenormalized w/ dummy QC]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 lvl="1"/>
            <a:r>
              <a:rPr/>
              <a:t>2 liver control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method1 was normalized by Internal Standard dummyISTD [CV = 0]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</a:t>
            </a:r>
          </a:p>
          <a:p>
            <a:pPr lvl="2"/>
            <a:r>
              <a:rPr/>
              <a:t>HFDDam_over_RDDam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</a:t>
            </a:r>
          </a:p>
          <a:p>
            <a:pPr lvl="2"/>
            <a:r>
              <a:rPr/>
              <a:t>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method1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Liver Control: method1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Internal Standards Distribution: method1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MaleMRD_MaleMHFD_FemMRD_FemMHFD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MaleMRD_MaleMHFD_FemMRD_FemMHFD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2023-03-29T20:07:03Z</dcterms:modified>
</cp:coreProperties>
</file>