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79d6700d7e23bf7837f56d0d216c522864ed449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c479ce48560851e69eeeb98681289115832d36f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66ebc85a242030d0d0acd61262afe6a990a501a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2ba92f7812966a95ec695895cf1275af3f2a3ec.jpg"/>
<Relationship Id="rId3" Type="http://schemas.openxmlformats.org/officeDocument/2006/relationships/image" Target="../media/4daf7d22f45c41cf8c20b2ac828a79101c5ec75d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4cf4aa6844e04b49bbf9410c24ce7c487382f7a.jpg"/>
<Relationship Id="rId3" Type="http://schemas.openxmlformats.org/officeDocument/2006/relationships/image" Target="../media/c51f5dd456640fc85d37632dc0f8e15bdf6d350a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1eea4fee9e7537737fc60bf3e4d10a85d18d2ed.jpg"/>
<Relationship Id="rId3" Type="http://schemas.openxmlformats.org/officeDocument/2006/relationships/image" Target="../media/612499aa9399a27df8bdd5e66e3f986fafb18109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e1ae009db7a482dd0af9743dc9f56df7ae9834f.jpg"/>
<Relationship Id="rId3" Type="http://schemas.openxmlformats.org/officeDocument/2006/relationships/image" Target="../media/19d5f76f5b69391eae2dcbea9a904fcf00f5e97a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2c2a86d031335269b7a4abf32050e46cb4607b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f0eba6e7f06eef7cd8055003ed93d0e2fe64209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695bdf49b5bd714b71cd2ab1c07f08df16ee2a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edb05075938f203813666f4de9b364d23d82486.jpg"/>
<Relationship Id="rId3" Type="http://schemas.openxmlformats.org/officeDocument/2006/relationships/image" Target="../media/02b68ba897727c9f3575c3bf48ceed825f0725b9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4247eda71e2924fd7704a978a0b4799eceef53.jpg"/>
<Relationship Id="rId3" Type="http://schemas.openxmlformats.org/officeDocument/2006/relationships/image" Target="../media/f28d123a0f8948222cc77102137ac058dfcb18e2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292a5203e114310555ae089089cea3fdba6f707.jp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556360950d7cad62f4306c65876a4ef5d0216c4.jpg"/>
<Relationship Id="rId3" Type="http://schemas.openxmlformats.org/officeDocument/2006/relationships/image" Target="../media/f4c4cb7f479bb2a0bc2360fc1ce4847535b662fd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quality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Quality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2024-05-06T12:32:07Z</dcterms:modified>
</cp:coreProperties>
</file>