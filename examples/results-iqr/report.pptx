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79d6700d7e23bf7837f56d0d216c522864ed449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c479ce48560851e69eeeb98681289115832d36f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66ebc85a242030d0d0acd61262afe6a990a501a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1cfaee859b0c5b8fc819f6a42cd239dd7db8c44.jpg"/>
<Relationship Id="rId3" Type="http://schemas.openxmlformats.org/officeDocument/2006/relationships/image" Target="../media/bbc306870ce7aaf9e33d33b9964a935f096ea4ee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c267697bcad3cc751453ca225325d71c718b439.jpg"/>
<Relationship Id="rId3" Type="http://schemas.openxmlformats.org/officeDocument/2006/relationships/image" Target="../media/eec255e2b6c8b79bff47b9779e1f086141401bf4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81f82ba5677267e58b60a1ea4d37d40728b544e.jpg"/>
<Relationship Id="rId3" Type="http://schemas.openxmlformats.org/officeDocument/2006/relationships/image" Target="../media/1a1a5507d6b18e8e25ea5e7b875adc9c52709e47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714a0ed0684db33d5b4279ff159cde1a717e64.jpg"/>
<Relationship Id="rId3" Type="http://schemas.openxmlformats.org/officeDocument/2006/relationships/image" Target="../media/eb42c9ce8281e7a3e2995b30a982fc542696ac07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1b6b3852483c7a94fb80d7dcb62913a245bbb37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10626101ce78e4519e25d8d7114bfd19829a96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72c4baa7af6bd7923b02ea55f546f05d6549a63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edb05075938f203813666f4de9b364d23d82486.jpg"/>
<Relationship Id="rId3" Type="http://schemas.openxmlformats.org/officeDocument/2006/relationships/image" Target="../media/02b68ba897727c9f3575c3bf48ceed825f0725b9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4247eda71e2924fd7704a978a0b4799eceef53.jpg"/>
<Relationship Id="rId3" Type="http://schemas.openxmlformats.org/officeDocument/2006/relationships/image" Target="../media/f28d123a0f8948222cc77102137ac058dfcb18e2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292a5203e114310555ae089089cea3fdba6f707.jp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556360950d7cad62f4306c65876a4ef5d0216c4.jpg"/>
<Relationship Id="rId3" Type="http://schemas.openxmlformats.org/officeDocument/2006/relationships/image" Target="../media/f4c4cb7f479bb2a0bc2360fc1ce4847535b662fd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[IQR]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quality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IQR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Quality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2024-07-12T11:35:36Z</dcterms:modified>
</cp:coreProperties>
</file>