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8b48166fe0e56032b0a2fbbf08c05d633329fe7d.jp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733eb12e8cda17e80acf74c280041a169dc73583.jp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8fb3c11b42e08633e52dae67c69dffc1c74a4723.jp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6948cd1b56237fcd3fe7dba3d24d511169ab593e.jpg"/>
<Relationship Id="rId3" Type="http://schemas.openxmlformats.org/officeDocument/2006/relationships/image" Target="../media/fa3bc2a2771a5d6bab13b3a8d8c095cb4b116a9c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RPPA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/>
            <a:r>
              <a:rPr/>
              <a:t>Samples</a:t>
            </a:r>
          </a:p>
          <a:p>
            <a:pPr lvl="1"/>
            <a:r>
              <a:rPr/>
              <a:t>300 experimental samples</a:t>
            </a:r>
          </a:p>
          <a:p>
            <a:pPr/>
            <a:r>
              <a:rPr/>
              <a:t>Total of 208 features from 1 methods</a:t>
            </a:r>
          </a:p>
          <a:p>
            <a:pPr lvl="1"/>
            <a:r>
              <a:rPr/>
              <a:t>Data was prenormalized</a:t>
            </a:r>
          </a:p>
          <a:p>
            <a:pPr/>
            <a:r>
              <a:rPr/>
              <a:t>Comparisons performed</a:t>
            </a:r>
          </a:p>
          <a:p>
            <a:pPr lvl="1"/>
            <a:r>
              <a:rPr/>
              <a:t>t-test</a:t>
            </a:r>
          </a:p>
          <a:p>
            <a:pPr lvl="2"/>
            <a:r>
              <a:rPr/>
              <a:t>WT_7d_MC_CO_over_CO_CO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all_samples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rppa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WT_7d_MC_CO_over_CO_CO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WT_7d_MC_CO_over_CO_CO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pval&lt;0.05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pval=1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Badrajee Piyarathna</dc:creator>
  <cp:lastModifiedBy>tanmaygandhi</cp:lastModifiedBy>
  <cp:revision>974</cp:revision>
  <cp:lastPrinted>2016-08-06T16:03:59Z</cp:lastPrinted>
  <dcterms:created xsi:type="dcterms:W3CDTF">2012-05-09T00:27:15Z</dcterms:created>
  <dcterms:modified xsi:type="dcterms:W3CDTF">2023-09-27T16:02:29Z</dcterms:modified>
</cp:coreProperties>
</file>