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cf439b2a5705060006413c2fd8954af1835ce2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c04c4a14c213b7d203aba94aeee3fa55701bb89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7618861506c4836bfd5534f534f6681c6ab9f98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826ea1ad5984ef95c09196b9fa1ef5113aec246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24ec06879ca2107e44d762898cea26efb2bd4ed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87ba7bee557f2102aac11500c66720d64116660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c6e5433b2b1f335ed27bd0669f95ffb91b9c36f2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84701d64223ee5ac09a2b90a79040bd1934fa1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5eb6de5488f0dac4e204f886e9c3358a3e21415.jpg"/>
<Relationship Id="rId3" Type="http://schemas.openxmlformats.org/officeDocument/2006/relationships/image" Target="../media/32e7658fa7ec20b3e08fe383b97522a52d29a7ce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079cd508df8f1188056db6c2c3b7436c0a2d389.jpg"/>
<Relationship Id="rId3" Type="http://schemas.openxmlformats.org/officeDocument/2006/relationships/image" Target="../media/82e8f5333b19f665e5f6c07824c852c762fc93d4.jp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d5540be4cc022b6f613035c50a9c7fcdb3b3b3c.jp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33e7e7634da7f8b43b27737687205d3b89b99c1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Example w/ Transposed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Data was prenormalized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 (2 tailed, assuming unequal variance)</a:t>
            </a:r>
          </a:p>
          <a:p>
            <a:pPr lvl="2"/>
            <a:r>
              <a:rPr/>
              <a:t>HFD-Dam_over_RD-Dam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 (analysis of variance)</a:t>
            </a:r>
          </a:p>
          <a:p>
            <a:pPr lvl="2"/>
            <a:r>
              <a:rPr/>
              <a:t>RDDam_HFDDam_MaleMRD_MaleMHFD_FemMRD_FemMHFD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method1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2024-03-14T16:16:59Z</dcterms:modified>
</cp:coreProperties>
</file>