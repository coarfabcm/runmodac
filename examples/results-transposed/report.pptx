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a4edb14667bd4706ba22cbc94f980e29de236b5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8657d45073c46af135457bb8dab4589ac68639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da8cb2fccd6388c71cb12dcf26de988ce94b320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f10f48b1ce77404cb6e24198fee2167e09a3655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9f28f007ed05d10d5db44c5882a04b971fc50d3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65c26e4c9c0c742e86a6f6f01bb608378171abb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b4d78aecab41047e0d6f863ffe7cbc0a96a2670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eb6de5488f0dac4e204f886e9c3358a3e21415.jpg"/>
<Relationship Id="rId3" Type="http://schemas.openxmlformats.org/officeDocument/2006/relationships/image" Target="../media/32e7658fa7ec20b3e08fe383b97522a52d29a7ce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079cd508df8f1188056db6c2c3b7436c0a2d389.jpg"/>
<Relationship Id="rId3" Type="http://schemas.openxmlformats.org/officeDocument/2006/relationships/image" Target="../media/82e8f5333b19f665e5f6c07824c852c762fc93d4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33e7e7634da7f8b43b27737687205d3b89b99c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Example w/ Transposed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2024-07-12T11:36:24Z</dcterms:modified>
</cp:coreProperties>
</file>