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officeDocument/2006/relationships/extended-properties" Target="docProps/app.xml"/>
<Relationship Id="rId2" Type="http://schemas.openxmlformats.org/package/2006/relationships/metadata/core-properties" Target="docProps/core.xml"/>
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"/>
  </p:notesMasterIdLst>
  <p:handoutMasterIdLst>
    <p:handoutMasterId r:id="rId3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3E95266-8A91-634B-9D8A-82E9C2DFC7E6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98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627"/>
    <p:restoredTop sz="99310" autoAdjust="0"/>
  </p:normalViewPr>
  <p:slideViewPr>
    <p:cSldViewPr snapToGrid="0" snapToObjects="1">
      <p:cViewPr varScale="1">
        <p:scale>
          <a:sx n="131" d="100"/>
          <a:sy n="131" d="100"/>
        </p:scale>
        <p:origin x="130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2"/>
    </p:cViewPr>
  </p:sorter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handoutMaster" Target="handoutMasters/handoutMaster1.xml"/>
<Relationship Id="rId7" Type="http://schemas.openxmlformats.org/officeDocument/2006/relationships/tableStyles" Target="tableStyles.xml"/>
<Relationship Id="rId2" Type="http://schemas.openxmlformats.org/officeDocument/2006/relationships/notesMaster" Target="notesMasters/notesMaster1.xml"/>
<Relationship Id="rId1" Type="http://schemas.openxmlformats.org/officeDocument/2006/relationships/slideMaster" Target="slideMasters/slideMaster1.xml"/>
<Relationship Id="rId6" Type="http://schemas.openxmlformats.org/officeDocument/2006/relationships/theme" Target="theme/theme1.xml"/>
<Relationship Id="rId5" Type="http://schemas.openxmlformats.org/officeDocument/2006/relationships/viewProps" Target="viewProps.xml"/>
<Relationship Id="rId4" Type="http://schemas.openxmlformats.org/officeDocument/2006/relationships/presProps" Target="presProps.xml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Relationship Id="rId16" Type="http://schemas.openxmlformats.org/officeDocument/2006/relationships/slide" Target="slides/slide9.xml"/>
<Relationship Id="rId17" Type="http://schemas.openxmlformats.org/officeDocument/2006/relationships/slide" Target="slides/slide10.xml"/>
<Relationship Id="rId18" Type="http://schemas.openxmlformats.org/officeDocument/2006/relationships/slide" Target="slides/slide11.xml"/>
<Relationship Id="rId19" Type="http://schemas.openxmlformats.org/officeDocument/2006/relationships/slide" Target="slides/slide12.xml"/>
</Relationships>
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475388-B706-A848-A46B-DDB877936374}" type="datetimeFigureOut">
              <a:rPr lang="en-US" smtClean="0"/>
              <a:t>1/29/18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418B3A-84A4-8742-8380-9258A83A48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40585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587B2F-58BE-554B-B170-DCECE273C696}" type="datetimeFigureOut">
              <a:rPr lang="en-US" smtClean="0"/>
              <a:t>1/29/18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EEF556-E94F-A84A-A7AB-DF543355B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89830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22822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65923"/>
            <a:ext cx="8229600" cy="5460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E0D961-9B36-6D45-8D8C-1EBEC7A44DA6}"/>
              </a:ext>
            </a:extLst>
          </p:cNvPr>
          <p:cNvCxnSpPr/>
          <p:nvPr userDrawn="1"/>
        </p:nvCxnSpPr>
        <p:spPr>
          <a:xfrm>
            <a:off x="177266" y="661386"/>
            <a:ext cx="8807984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4079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2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422667"/>
            <a:ext cx="4040188" cy="470349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22667"/>
            <a:ext cx="4041775" cy="470349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5DF1B7-1ED9-3543-A017-68BCC855D1DE}"/>
              </a:ext>
            </a:extLst>
          </p:cNvPr>
          <p:cNvCxnSpPr/>
          <p:nvPr userDrawn="1"/>
        </p:nvCxnSpPr>
        <p:spPr>
          <a:xfrm>
            <a:off x="177266" y="661386"/>
            <a:ext cx="8807984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5152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665924"/>
            <a:ext cx="8229600" cy="5460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8003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5" r:id="rId3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Garamond" panose="02020404030301010803" pitchFamily="18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4ebca036b7463042551203a2400392c34f64675d.jpg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4ecf439b2a5705060006413c2fd8954af1835ce2.jpg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0c04c4a14c213b7d203aba94aeee3fa55701bb89.jpg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87618861506c4836bfd5534f534f6681c6ab9f98.jpg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b826ea1ad5984ef95c09196b9fa1ef5113aec246.jpg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f24ec06879ca2107e44d762898cea26efb2bd4ed.jpg"/>
</Relationships>

</file>

<file path=ppt/slides/_rels/slide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e5eb6de5488f0dac4e204f886e9c3358a3e21415.jpg"/>
<Relationship Id="rId3" Type="http://schemas.openxmlformats.org/officeDocument/2006/relationships/image" Target="../media/32e7658fa7ec20b3e08fe383b97522a52d29a7ce.jpg"/>
</Relationships>

</file>

<file path=ppt/slides/_rels/slide1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8079cd508df8f1188056db6c2c3b7436c0a2d389.jpg"/>
<Relationship Id="rId3" Type="http://schemas.openxmlformats.org/officeDocument/2006/relationships/image" Target="../media/82e8f5333b19f665e5f6c07824c852c762fc93d4.jpg"/>
</Relationships>

</file>

<file path=ppt/slides/_rels/slide1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9d5540be4cc022b6f613035c50a9c7fcdb3b3b3c.jpg"/>
</Relationships>

</file>

<file path=ppt/slides/_rels/slide1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f33e7e7634da7f8b43b27737687205d3b89b99c1.jp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/>
              <a:t>Project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/>
              <a:t>Example w/ Transposed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65923"/>
            <a:ext cx="8229600" cy="5460240"/>
          </a:xfrm>
        </p:spPr>
        <p:txBody>
          <a:bodyPr/>
          <a:lstStyle/>
          <a:p>
            <a:pPr/>
            <a:r>
              <a:rPr/>
              <a:t>Samples</a:t>
            </a:r>
          </a:p>
          <a:p>
            <a:pPr lvl="1"/>
            <a:r>
              <a:rPr/>
              <a:t>39 experimental samples</a:t>
            </a:r>
          </a:p>
          <a:p>
            <a:pPr/>
            <a:r>
              <a:rPr/>
              <a:t>Total of 23 features from 1 methods</a:t>
            </a:r>
          </a:p>
          <a:p>
            <a:pPr lvl="1"/>
            <a:r>
              <a:rPr/>
              <a:t>Data was prenormalized</a:t>
            </a:r>
          </a:p>
          <a:p>
            <a:pPr/>
            <a:r>
              <a:rPr/>
              <a:t>Comparisons performed</a:t>
            </a:r>
          </a:p>
          <a:p>
            <a:pPr lvl="1"/>
            <a:r>
              <a:rPr/>
              <a:t>t-test</a:t>
            </a:r>
          </a:p>
          <a:p>
            <a:pPr lvl="2"/>
            <a:r>
              <a:rPr/>
              <a:t>HFD-Dam_over_RD-Dam</a:t>
            </a:r>
          </a:p>
          <a:p>
            <a:pPr lvl="2"/>
            <a:r>
              <a:rPr/>
              <a:t>MaleMHFD_over_MaleMRD</a:t>
            </a:r>
          </a:p>
          <a:p>
            <a:pPr lvl="2"/>
            <a:r>
              <a:rPr/>
              <a:t>FemMHFD_over_FemMRD</a:t>
            </a:r>
          </a:p>
          <a:p>
            <a:pPr lvl="1"/>
            <a:r>
              <a:rPr/>
              <a:t>anova</a:t>
            </a:r>
          </a:p>
          <a:p>
            <a:pPr lvl="2"/>
            <a:r>
              <a:rPr/>
              <a:t>RDDam_HFDDam_MaleMRD_MaleMHFD_FemMRD_FemMHFD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QA plots: all_samples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QA plots: method1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HFD-Dam_over_RD-Dam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Normalized PCA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Raw PCA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388620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1426464"/>
            <a:ext cx="41148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MaleMHFD_over_MaleMRD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Normalized PCA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Raw PCA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388620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1426464"/>
            <a:ext cx="41148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FemMHFD_over_FemMRD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Normalized PCA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Raw PCA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388620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1426464"/>
            <a:ext cx="41148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RDDam_HFDDam_MaleMRD_MaleMHFD_FemMRD_FemMHFD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Normalized PCA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Raw PCA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388620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1426464"/>
            <a:ext cx="41148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HFD-Dam_over_RD-Dam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Differential fdr&lt;0.25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Complete Set fdr=1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544068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MaleMHFD_over_MaleMRD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Differential fdr&lt;0.25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Complete Set fdr=1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544068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FemMHFD_over_FemMRD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Differential fdr&lt;0.25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Complete Set fdr=1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1426464"/>
            <a:ext cx="411480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RDDam_HFDDam_MaleMRD_MaleMHFD_FemMRD_FemMHFD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Differential fdr&lt;0.25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Complete Set fdr=1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544068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1426464"/>
            <a:ext cx="4114800" cy="5440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34409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Garamond</vt:lpstr>
      <vt:lpstr>Custom Design</vt:lpstr>
    </vt:vector>
  </TitlesOfParts>
  <Company>University of Houston</Company>
  <LinksUpToDate>false</LinksUpToDate>
  <SharedDoc>false</SharedDoc>
  <HyperlinksChanged>false</HyperlinksChanged>
  <AppVersion>16.0009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Badrajee Piyarathna</dc:creator>
  <cp:lastModifiedBy>tanmaygandhi</cp:lastModifiedBy>
  <cp:revision>974</cp:revision>
  <cp:lastPrinted>2016-08-06T16:03:59Z</cp:lastPrinted>
  <dcterms:created xsi:type="dcterms:W3CDTF">2012-05-09T00:27:15Z</dcterms:created>
  <dcterms:modified xsi:type="dcterms:W3CDTF">2023-10-02T12:48:41Z</dcterms:modified>
</cp:coreProperties>
</file>