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4a125c4958b5ba1464d6d27340ad745a1f49db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c35558d21425ee9e5fec3ce67065ed86b053307.jpg"/>
<Relationship Id="rId3" Type="http://schemas.openxmlformats.org/officeDocument/2006/relationships/image" Target="../media/606c85615b52d245c1b7a20086d3e8f65718201d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2245584bffb1fdd08d6f18cc70425054774c2a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2023-09-27T15:47:45Z</dcterms:modified>
</cp:coreProperties>
</file>