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officeDocument/2006/relationships/extended-properties" Target="docProps/app.xml"/>
<Relationship Id="rId2" Type="http://schemas.openxmlformats.org/package/2006/relationships/metadata/core-properties" Target="docProps/core.xml"/>
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E95266-8A91-634B-9D8A-82E9C2DFC7E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98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27"/>
    <p:restoredTop sz="99310" autoAdjust="0"/>
  </p:normalViewPr>
  <p:slideViewPr>
    <p:cSldViewPr snapToGrid="0" snapToObjects="1">
      <p:cViewPr varScale="1">
        <p:scale>
          <a:sx n="131" d="100"/>
          <a:sy n="131" d="100"/>
        </p:scale>
        <p:origin x="13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"/>
    </p:cViewPr>
  </p:sorter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handoutMaster" Target="handoutMasters/handoutMaster1.xml"/>
<Relationship Id="rId7" Type="http://schemas.openxmlformats.org/officeDocument/2006/relationships/tableStyles" Target="tableStyle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heme" Target="theme/theme1.xml"/>
<Relationship Id="rId5" Type="http://schemas.openxmlformats.org/officeDocument/2006/relationships/viewProps" Target="viewProps.xml"/>
<Relationship Id="rId4" Type="http://schemas.openxmlformats.org/officeDocument/2006/relationships/presProps" Target="presProps.xml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Relationship Id="rId20" Type="http://schemas.openxmlformats.org/officeDocument/2006/relationships/slide" Target="slides/slide13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75388-B706-A848-A46B-DDB877936374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18B3A-84A4-8742-8380-9258A83A4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058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87B2F-58BE-554B-B170-DCECE273C696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EF556-E94F-A84A-A7AB-DF543355B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983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2282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E0D961-9B36-6D45-8D8C-1EBEC7A44DA6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07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422667"/>
            <a:ext cx="4040188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22667"/>
            <a:ext cx="4041775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DF1B7-1ED9-3543-A017-68BCC855D1DE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15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5924"/>
            <a:ext cx="8229600" cy="546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800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679d6700d7e23bf7837f56d0d216c522864ed449.jp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3c479ce48560851e69eeeb98681289115832d36f.jp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26ac1df7dce332bc716c870d1c3b411768891bc4.jp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c2ba92f7812966a95ec695895cf1275af3f2a3ec.jpg"/>
<Relationship Id="rId3" Type="http://schemas.openxmlformats.org/officeDocument/2006/relationships/image" Target="../media/4daf7d22f45c41cf8c20b2ac828a79101c5ec75d.jp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571dbe57be9147b112ee4753a1ea5c2fc4baf59f.jpg"/>
<Relationship Id="rId3" Type="http://schemas.openxmlformats.org/officeDocument/2006/relationships/image" Target="../media/3e81e66d042d6e9e84790cc286a77083de96bbaa.jp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b1eea4fee9e7537737fc60bf3e4d10a85d18d2ed.jpg"/>
<Relationship Id="rId3" Type="http://schemas.openxmlformats.org/officeDocument/2006/relationships/image" Target="../media/612499aa9399a27df8bdd5e66e3f986fafb18109.jp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e18ed7d36c3f59f752cef9fb812d0ee4e9873758.jpg"/>
<Relationship Id="rId3" Type="http://schemas.openxmlformats.org/officeDocument/2006/relationships/image" Target="../media/322e4a6df68d9d6394d3bf115a61d5226c6bfe24.jpg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eedb05075938f203813666f4de9b364d23d82486.jpg"/>
<Relationship Id="rId3" Type="http://schemas.openxmlformats.org/officeDocument/2006/relationships/image" Target="../media/02b68ba897727c9f3575c3bf48ceed825f0725b9.jp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344b88ffb9ddaa2e35df9780feb00c4a8cdf9a42.jpg"/>
<Relationship Id="rId3" Type="http://schemas.openxmlformats.org/officeDocument/2006/relationships/image" Target="../media/96d64512ffdd622bf2c19b35b4171f9257044407.jp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c292a5203e114310555ae089089cea3fdba6f707.jpg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0af85975affe7179e6e42d6027b3f31712a279f1.jpg"/>
<Relationship Id="rId3" Type="http://schemas.openxmlformats.org/officeDocument/2006/relationships/image" Target="../media/f18ccc83474c860384a38135920e432944435428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Project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Metabolomics Analysis [IQR]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/>
            <a:r>
              <a:rPr/>
              <a:t>Samples</a:t>
            </a:r>
          </a:p>
          <a:p>
            <a:pPr lvl="1"/>
            <a:r>
              <a:rPr/>
              <a:t>39 experimental samples</a:t>
            </a:r>
          </a:p>
          <a:p>
            <a:pPr/>
            <a:r>
              <a:rPr/>
              <a:t>Total of 23 features from 1 methods</a:t>
            </a:r>
          </a:p>
          <a:p>
            <a:pPr lvl="1"/>
            <a:r>
              <a:rPr/>
              <a:t>AminoAcids was normalized by IQR</a:t>
            </a:r>
          </a:p>
          <a:p>
            <a:pPr/>
            <a:r>
              <a:rPr/>
              <a:t>Comparisons performed</a:t>
            </a:r>
          </a:p>
          <a:p>
            <a:pPr lvl="1"/>
            <a:r>
              <a:rPr/>
              <a:t>t-test</a:t>
            </a:r>
          </a:p>
          <a:p>
            <a:pPr lvl="2"/>
            <a:r>
              <a:rPr/>
              <a:t>HFD-Dam_over_RD-Dam</a:t>
            </a:r>
          </a:p>
          <a:p>
            <a:pPr lvl="2"/>
            <a:r>
              <a:rPr/>
              <a:t>MaleMHFD_over_MaleMRD</a:t>
            </a:r>
          </a:p>
          <a:p>
            <a:pPr lvl="2"/>
            <a:r>
              <a:rPr/>
              <a:t>FemMHFD_over_FemMRD</a:t>
            </a:r>
          </a:p>
          <a:p>
            <a:pPr lvl="1"/>
            <a:r>
              <a:rPr/>
              <a:t>anova</a:t>
            </a:r>
          </a:p>
          <a:p>
            <a:pPr lvl="2"/>
            <a:r>
              <a:rPr/>
              <a:t>RDDam_HFDDam_MaleMRD_MaleMHFD_FemMRD_FemMHFD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all_samples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AminoAcids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Liver Control: AminoAcids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HFD-Dam_over_RD-Dam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RDDam_HFDDam_MaleMRD_MaleMHFD_FemMRD_FemMHFD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HFD-Dam_over_RD-Dam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RDDam_HFDDam_MaleMRD_MaleMHFD_FemMRD_FemMHFD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34409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Garamond</vt:lpstr>
      <vt:lpstr>Custom Design</vt:lpstr>
    </vt:vector>
  </TitlesOfParts>
  <Company>University of Houston</Company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Badrajee Piyarathna</dc:creator>
  <cp:lastModifiedBy>tanmaygandhi</cp:lastModifiedBy>
  <cp:revision>974</cp:revision>
  <cp:lastPrinted>2016-08-06T16:03:59Z</cp:lastPrinted>
  <dcterms:created xsi:type="dcterms:W3CDTF">2012-05-09T00:27:15Z</dcterms:created>
  <dcterms:modified xsi:type="dcterms:W3CDTF">2023-09-27T10:29:50Z</dcterms:modified>
</cp:coreProperties>
</file>