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bca036b7463042551203a2400392c34f64675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268711cfa261b77b1cd402f9ee4d27d24614d28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45fc587c66e3da5df6949001a3a1bfa462bc59f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efd7c874dbf916b4208d4a6696df7734cfcdc5a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c04c4a14c213b7d203aba94aeee3fa55701bb89.jpg"/>
<Relationship Id="rId3" Type="http://schemas.openxmlformats.org/officeDocument/2006/relationships/image" Target="../media/55a7a64539be0092db3915a411f65cee8f6d2703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6ff228977f1c863c4b7ce532e0550ccf27d01917.jpg"/>
<Relationship Id="rId3" Type="http://schemas.openxmlformats.org/officeDocument/2006/relationships/image" Target="../media/c1cf0bd63625ea83629fbe50c124157a18afd361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826ea1ad5984ef95c09196b9fa1ef5113aec246.jpg"/>
<Relationship Id="rId3" Type="http://schemas.openxmlformats.org/officeDocument/2006/relationships/image" Target="../media/5ea64c4464ff25adac2e2a5150b4319ede736813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4a125c4958b5ba1464d6d27340ad745a1f49db.jpg"/>
<Relationship Id="rId3" Type="http://schemas.openxmlformats.org/officeDocument/2006/relationships/image" Target="../media/31505e1af5b4317a56214e8b002d6b49c41993d4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64983b2c65b70107dde87e7c63a083fc32221e5.jpg"/>
<Relationship Id="rId3" Type="http://schemas.openxmlformats.org/officeDocument/2006/relationships/image" Target="../media/f8decf5027ab3ea813b010fd70a80bf3fcfce8b5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7b76c4a4e93fa6a96105ff450690d7c37608886.jpg"/>
<Relationship Id="rId3" Type="http://schemas.openxmlformats.org/officeDocument/2006/relationships/image" Target="../media/f0e8eb02a1146b8a9b2806e275ec62206198fa83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d4a97f0a65ad279f4743fbf351effbc094e29ca.jp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c3878d93cf62a5e5d737b7c67b3e1ecdd22918d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 lvl="1"/>
            <a:r>
              <a:rPr/>
              <a:t>3 liver control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Internal Standard L-Tryptophan (ISTD) [CV = 0.05]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HFD-Dam_over_RD-Dam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Internal Standards Distribution: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2023-09-27T10:29:16Z</dcterms:modified>
</cp:coreProperties>
</file>