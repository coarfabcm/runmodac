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3E95266-8A91-634B-9D8A-82E9C2DFC7E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98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27"/>
    <p:restoredTop sz="99310" autoAdjust="0"/>
  </p:normalViewPr>
  <p:slideViewPr>
    <p:cSldViewPr snapToGrid="0" snapToObjects="1">
      <p:cViewPr varScale="1">
        <p:scale>
          <a:sx n="131" d="100"/>
          <a:sy n="131" d="100"/>
        </p:scale>
        <p:origin x="130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72"/>
    </p:cViewPr>
  </p:sorter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475388-B706-A848-A46B-DDB877936374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418B3A-84A4-8742-8380-9258A83A48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4058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587B2F-58BE-554B-B170-DCECE273C696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EEF556-E94F-A84A-A7AB-DF543355B8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89830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422822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E0D961-9B36-6D45-8D8C-1EBEC7A44DA6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4079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2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422667"/>
            <a:ext cx="4040188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22667"/>
            <a:ext cx="4041775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DF1B7-1ED9-3543-A017-68BCC855D1DE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5152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665924"/>
            <a:ext cx="8229600" cy="5460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8003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5" r:id="rId3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3200" kern="1200">
          <a:solidFill>
            <a:schemeClr val="tx1"/>
          </a:solidFill>
          <a:latin typeface="Garamond" panose="02020404030301010803" pitchFamily="18" charset="0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09413ed6ceaebe1d231f10e328691cdecb76625.jp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7b221ef04389e1e38facca0f66713b0938bf503.jp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d957bba2e2ec74524892bf483b090eebda8520.jpg"/>
<Relationship Id="rId3" Type="http://schemas.openxmlformats.org/officeDocument/2006/relationships/image" Target="../media/3504ebe389b288d6218d518437bfba36bac46b3f.jp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85d1a531fad6ab68b545b5895e74a9a83fd2ac4.jp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e5884d825eff81a09fa83e303f9ba270afd02c56.jpg"/>
<Relationship Id="rId3" Type="http://schemas.openxmlformats.org/officeDocument/2006/relationships/image" Target="../media/a92c9087fb04086d5f2e35c12d8956710a4b8a18.jp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/>
              <a:t>Project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/>
              <a:t>RPPA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/>
            <a:r>
              <a:rPr/>
              <a:t>Samples</a:t>
            </a:r>
          </a:p>
          <a:p>
            <a:pPr lvl="1"/>
            <a:r>
              <a:rPr/>
              <a:t>300 experimental samples</a:t>
            </a:r>
          </a:p>
          <a:p>
            <a:pPr/>
            <a:r>
              <a:rPr/>
              <a:t>Total of 208 features from 1 methods</a:t>
            </a:r>
          </a:p>
          <a:p>
            <a:pPr lvl="1"/>
            <a:r>
              <a:rPr/>
              <a:t>Data was prenormalized and transformed to log2 space</a:t>
            </a:r>
          </a:p>
          <a:p>
            <a:pPr/>
            <a:r>
              <a:rPr/>
              <a:t>Comparisons performed</a:t>
            </a:r>
          </a:p>
          <a:p>
            <a:pPr lvl="1"/>
            <a:r>
              <a:rPr/>
              <a:t>t-test (2 tailed, assuming unequal variance)</a:t>
            </a:r>
          </a:p>
          <a:p>
            <a:pPr lvl="2"/>
            <a:r>
              <a:rPr/>
              <a:t>WT_7d_MC_CO_over_CO_CO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all_samples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rppa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WT_7d_MC_CO_over_CO_CO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Log2 Transformed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Prenormalized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WT_7d_MC_CO_over_CO_CO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WT_7d_MC_CO_over_CO_CO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pval&lt;0.05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pval=1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34409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Garamond</vt:lpstr>
      <vt:lpstr>Custom Design</vt:lpstr>
    </vt:vector>
  </TitlesOfParts>
  <Company>University of Houston</Company>
  <LinksUpToDate>false</LinksUpToDate>
  <SharedDoc>false</SharedDoc>
  <HyperlinksChanged>false</HyperlinksChanged>
  <AppVersion>16.0009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Badrajee Piyarathna</dc:creator>
  <cp:lastModifiedBy>tanmaygandhi</cp:lastModifiedBy>
  <cp:revision>974</cp:revision>
  <cp:lastPrinted>2016-08-06T16:03:59Z</cp:lastPrinted>
  <dcterms:created xsi:type="dcterms:W3CDTF">2012-05-09T00:27:15Z</dcterms:created>
  <dcterms:modified xsi:type="dcterms:W3CDTF">2024-07-12T11:36:53Z</dcterms:modified>
</cp:coreProperties>
</file>