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09413ed6ceaebe1d231f10e328691cdecb76625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7b221ef04389e1e38facca0f66713b0938bf503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d8218aa254b7007199ff1bc9f0c8ee37601ab40.jpg"/>
<Relationship Id="rId3" Type="http://schemas.openxmlformats.org/officeDocument/2006/relationships/image" Target="../media/8fb3c11b42e08633e52dae67c69dffc1c74a4723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6b5e9bca4fbc0720768aa1efe8ce82c1f62dcdc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5884d825eff81a09fa83e303f9ba270afd02c56.jpg"/>
<Relationship Id="rId3" Type="http://schemas.openxmlformats.org/officeDocument/2006/relationships/image" Target="../media/a92c9087fb04086d5f2e35c12d8956710a4b8a18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RPPA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300 experimental samples</a:t>
            </a:r>
          </a:p>
          <a:p>
            <a:pPr/>
            <a:r>
              <a:rPr/>
              <a:t>Total of 208 features from 1 methods</a:t>
            </a:r>
          </a:p>
          <a:p>
            <a:pPr lvl="1"/>
            <a:r>
              <a:rPr/>
              <a:t>Data was prenormalized and transformed to log2 space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 (2 tailed, assuming unequal variance)</a:t>
            </a:r>
          </a:p>
          <a:p>
            <a:pPr lvl="2"/>
            <a:r>
              <a:rPr/>
              <a:t>WT_7d_MC_CO_over_CO_CO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rppa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WT_7d_MC_CO_over_CO_CO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Log2 Transformed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WT_7d_MC_CO_over_CO_CO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WT_7d_MC_CO_over_CO_CO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pval&lt;0.05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pval=1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2024-05-06T12:33:29Z</dcterms:modified>
</cp:coreProperties>
</file>