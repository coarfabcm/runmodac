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3E95266-8A91-634B-9D8A-82E9C2DFC7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98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27"/>
    <p:restoredTop sz="99310" autoAdjust="0"/>
  </p:normalViewPr>
  <p:slideViewPr>
    <p:cSldViewPr snapToGrid="0" snapToObjects="1">
      <p:cViewPr varScale="1">
        <p:scale>
          <a:sx n="131" d="100"/>
          <a:sy n="131" d="100"/>
        </p:scale>
        <p:origin x="13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2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75388-B706-A848-A46B-DDB877936374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18B3A-84A4-8742-8380-9258A83A48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05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587B2F-58BE-554B-B170-DCECE273C696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EEF556-E94F-A84A-A7AB-DF543355B8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983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2282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E0D961-9B36-6D45-8D8C-1EBEC7A44DA6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07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422667"/>
            <a:ext cx="4040188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22667"/>
            <a:ext cx="4041775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DF1B7-1ED9-3543-A017-68BCC855D1DE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152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665924"/>
            <a:ext cx="8229600" cy="5460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8003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5" r:id="rId3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ebca036b7463042551203a2400392c34f64675d.jp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268711cfa261b77b1cd402f9ee4d27d24614d28.jp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58a6d451dd2dea269ede66b34ba9ab9e17f0d52.jp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c62626587ef512203159e113f7c8abed73af81f.jp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a4edb14667bd4706ba22cbc94f980e29de236b5.jpg"/>
<Relationship Id="rId3" Type="http://schemas.openxmlformats.org/officeDocument/2006/relationships/image" Target="../media/a406bff0ac6dc0913de966f71a20e77af17da153.jp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8657d45073c46af135457bb8dab4589ac68639.jpg"/>
<Relationship Id="rId3" Type="http://schemas.openxmlformats.org/officeDocument/2006/relationships/image" Target="../media/a97a057d85a5eeba8598f092631884223ef292b3.jp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da8cb2fccd6388c71cb12dcf26de988ce94b320.jpg"/>
<Relationship Id="rId3" Type="http://schemas.openxmlformats.org/officeDocument/2006/relationships/image" Target="../media/c460f3088fb533b111bfbfa84f69528b0268ac70.jp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f10f48b1ce77404cb6e24198fee2167e09a3655.jpg"/>
<Relationship Id="rId3" Type="http://schemas.openxmlformats.org/officeDocument/2006/relationships/image" Target="../media/b66dfedc17c5950036a8ca884ce4aa20ce586c87.jp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9f28f007ed05d10d5db44c5882a04b971fc50d3.jp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65c26e4c9c0c742e86a6f6f01bb608378171abb.jp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b4d78aecab41047e0d6f863ffe7cbc0a96a2670.jp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64983b2c65b70107dde87e7c63a083fc32221e5.jpg"/>
<Relationship Id="rId3" Type="http://schemas.openxmlformats.org/officeDocument/2006/relationships/image" Target="../media/f8decf5027ab3ea813b010fd70a80bf3fcfce8b5.jp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7a91fbef837f327e4dacc984e5e04abc141c224a.jpg"/>
<Relationship Id="rId3" Type="http://schemas.openxmlformats.org/officeDocument/2006/relationships/image" Target="../media/b6cbfb72838f958a3e6f9cb281b177a1b0d3220f.jp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d4a97f0a65ad279f4743fbf351effbc094e29ca.jpg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4370bfe0aab7dd2c48e5e1515c1876d4f9545a7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>Project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/>
              <a:t>Metabolomics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/>
            <a:r>
              <a:rPr/>
              <a:t>Samples</a:t>
            </a:r>
          </a:p>
          <a:p>
            <a:pPr lvl="1"/>
            <a:r>
              <a:rPr/>
              <a:t>39 experimental samples</a:t>
            </a:r>
          </a:p>
          <a:p>
            <a:pPr lvl="1"/>
            <a:r>
              <a:rPr/>
              <a:t>3 quality control samples</a:t>
            </a:r>
          </a:p>
          <a:p>
            <a:pPr/>
            <a:r>
              <a:rPr/>
              <a:t>Total of 23 features from 1 methods</a:t>
            </a:r>
          </a:p>
          <a:p>
            <a:pPr lvl="1"/>
            <a:r>
              <a:rPr/>
              <a:t>AminoAcids was normalized by Internal Standard L-Tryptophan (ISTD) [CV = 0.13]</a:t>
            </a:r>
          </a:p>
          <a:p>
            <a:pPr/>
            <a:r>
              <a:rPr/>
              <a:t>Comparisons performed</a:t>
            </a:r>
          </a:p>
          <a:p>
            <a:pPr lvl="1"/>
            <a:r>
              <a:rPr/>
              <a:t>t-test (2 tailed, assuming unequal variance)</a:t>
            </a:r>
          </a:p>
          <a:p>
            <a:pPr lvl="2"/>
            <a:r>
              <a:rPr/>
              <a:t>HFD-Dam_over_RD-Dam</a:t>
            </a:r>
          </a:p>
          <a:p>
            <a:pPr lvl="2"/>
            <a:r>
              <a:rPr/>
              <a:t>MaleMHFD_over_MaleMRD</a:t>
            </a:r>
          </a:p>
          <a:p>
            <a:pPr lvl="2"/>
            <a:r>
              <a:rPr/>
              <a:t>FemMHFD_over_FemMRD</a:t>
            </a:r>
          </a:p>
          <a:p>
            <a:pPr lvl="1"/>
            <a:r>
              <a:rPr/>
              <a:t>anova (analysis of variance)</a:t>
            </a:r>
          </a:p>
          <a:p>
            <a:pPr lvl="2"/>
            <a:r>
              <a:rPr/>
              <a:t>RDDam_HFDDam_MaleMRD_MaleMHFD_FemMRD_FemMHFD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all_samples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AminoAcids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Quality Control: AminoAcids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Internal Standards Distribution: AminoAcids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RDDam_HFDDam_MaleMRD_MaleMHFD_FemMRD_FemMHFD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RDDam_HFDDam_MaleMRD_MaleMHFD_FemMRD_FemMHFD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34409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Garamond</vt:lpstr>
      <vt:lpstr>Custom Design</vt:lpstr>
    </vt:vector>
  </TitlesOfParts>
  <Company>University of Houston</Company>
  <LinksUpToDate>false</LinksUpToDate>
  <SharedDoc>false</SharedDoc>
  <HyperlinksChanged>false</HyperlinksChanged>
  <AppVersion>16.0009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Badrajee Piyarathna</dc:creator>
  <cp:lastModifiedBy>tanmaygandhi</cp:lastModifiedBy>
  <cp:revision>974</cp:revision>
  <cp:lastPrinted>2016-08-06T16:03:59Z</cp:lastPrinted>
  <dcterms:created xsi:type="dcterms:W3CDTF">2012-05-09T00:27:15Z</dcterms:created>
  <dcterms:modified xsi:type="dcterms:W3CDTF">2024-07-12T11:35:02Z</dcterms:modified>
</cp:coreProperties>
</file>