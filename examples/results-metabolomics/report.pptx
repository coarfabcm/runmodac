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bca036b7463042551203a2400392c34f64675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268711cfa261b77b1cd402f9ee4d27d24614d28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e944e76602fe141952a1f328fc66b3d69129b0ea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efd7c874dbf916b4208d4a6696df7734cfcdc5a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c04c4a14c213b7d203aba94aeee3fa55701bb89.jpg"/>
<Relationship Id="rId3" Type="http://schemas.openxmlformats.org/officeDocument/2006/relationships/image" Target="../media/55a7a64539be0092db3915a411f65cee8f6d2703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87618861506c4836bfd5534f534f6681c6ab9f98.jpg"/>
<Relationship Id="rId3" Type="http://schemas.openxmlformats.org/officeDocument/2006/relationships/image" Target="../media/33ed8cf2e87e964407350b5dafe3766f3d92a43d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826ea1ad5984ef95c09196b9fa1ef5113aec246.jpg"/>
<Relationship Id="rId3" Type="http://schemas.openxmlformats.org/officeDocument/2006/relationships/image" Target="../media/5ea64c4464ff25adac2e2a5150b4319ede736813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24ec06879ca2107e44d762898cea26efb2bd4ed.jpg"/>
<Relationship Id="rId3" Type="http://schemas.openxmlformats.org/officeDocument/2006/relationships/image" Target="../media/9ec7f38818369d7760c1f07f721a54a053598652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87ba7bee557f2102aac11500c66720d64116660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6e5433b2b1f335ed27bd0669f95ffb91b9c36f2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f84701d64223ee5ac09a2b90a79040bd1934fa1.jp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64983b2c65b70107dde87e7c63a083fc32221e5.jpg"/>
<Relationship Id="rId3" Type="http://schemas.openxmlformats.org/officeDocument/2006/relationships/image" Target="../media/f8decf5027ab3ea813b010fd70a80bf3fcfce8b5.jp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7a91fbef837f327e4dacc984e5e04abc141c224a.jpg"/>
<Relationship Id="rId3" Type="http://schemas.openxmlformats.org/officeDocument/2006/relationships/image" Target="../media/b6cbfb72838f958a3e6f9cb281b177a1b0d3220f.jp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d4a97f0a65ad279f4743fbf351effbc094e29ca.jp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4370bfe0aab7dd2c48e5e1515c1876d4f9545a7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 lvl="1"/>
            <a:r>
              <a:rPr/>
              <a:t>3 liver control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Internal Standard L-Tryptophan (ISTD) [CV = 0.05]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 (2 tailed, assuming unequal variance)</a:t>
            </a:r>
          </a:p>
          <a:p>
            <a:pPr lvl="2"/>
            <a:r>
              <a:rPr/>
              <a:t>HFD-Dam_over_RD-Dam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 (analysis of variance)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Internal Standards Distribution: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2024-03-14T16:15:34Z</dcterms:modified>
</cp:coreProperties>
</file>