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68711cfa261b77b1cd402f9ee4d27d24614d2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944e76602fe141952a1f328fc66b3d69129b0ea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fd7c874dbf916b4208d4a6696df7734cfcdc5a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Relationship Id="rId3" Type="http://schemas.openxmlformats.org/officeDocument/2006/relationships/image" Target="../media/55a7a64539be0092db3915a411f65cee8f6d2703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Relationship Id="rId3" Type="http://schemas.openxmlformats.org/officeDocument/2006/relationships/image" Target="../media/33ed8cf2e87e964407350b5dafe3766f3d92a43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Relationship Id="rId3" Type="http://schemas.openxmlformats.org/officeDocument/2006/relationships/image" Target="../media/5ea64c4464ff25adac2e2a5150b4319ede736813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Relationship Id="rId3" Type="http://schemas.openxmlformats.org/officeDocument/2006/relationships/image" Target="../media/9ec7f38818369d7760c1f07f721a54a053598652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64983b2c65b70107dde87e7c63a083fc32221e5.jpg"/>
<Relationship Id="rId3" Type="http://schemas.openxmlformats.org/officeDocument/2006/relationships/image" Target="../media/f8decf5027ab3ea813b010fd70a80bf3fcfce8b5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7a91fbef837f327e4dacc984e5e04abc141c224a.jpg"/>
<Relationship Id="rId3" Type="http://schemas.openxmlformats.org/officeDocument/2006/relationships/image" Target="../media/b6cbfb72838f958a3e6f9cb281b177a1b0d3220f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4a97f0a65ad279f4743fbf351effbc094e29ca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4370bfe0aab7dd2c48e5e1515c1876d4f9545a7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liver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Internal Standard L-Tryptophan (ISTD) [CV = 0.05]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2023-10-02T12:47:26Z</dcterms:modified>
</cp:coreProperties>
</file>