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Relationship Id="rId24" Type="http://schemas.openxmlformats.org/officeDocument/2006/relationships/slide" Target="slides/slide17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9c1f998e9da0ced4c20493eb1ecedf78a5d970c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0edaee134aa02f222a31d6986286b6ce02f6bd59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ced8a104ff219da5e328d26c97167a4186244b97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c05dc9f766866e1b75f269cdf7e4758904bcacde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716a4293ef58289ea46b2c4cdc06153b0dbfbe84.jpg"/>
<Relationship Id="rId3" Type="http://schemas.openxmlformats.org/officeDocument/2006/relationships/image" Target="../media/03df744f8a98276b75898f8348ecab60978948a8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ac9eede46a607cb163cd18241f6d5a10b72570bd.jpg"/>
<Relationship Id="rId3" Type="http://schemas.openxmlformats.org/officeDocument/2006/relationships/image" Target="../media/037717f906bef234e9cd6f99e7a8db240f5ac216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55a700f6b16d1673587d7ce52ca67d9c85d26da8.jpg"/>
<Relationship Id="rId3" Type="http://schemas.openxmlformats.org/officeDocument/2006/relationships/image" Target="../media/c5202ea2fe8d867c09240e1ca92f7328b388653a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94cd51964418e7da282745ecb8e784d52ea1be7e.jpg"/>
<Relationship Id="rId3" Type="http://schemas.openxmlformats.org/officeDocument/2006/relationships/image" Target="../media/6a2b6029c6171ec4516f8dc2dc3735ec2296910e.jp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221a14ee3da4746b63b094426f3c78c4bb391996.jp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98c53d76b021bde21983d9201de6ad504bbf652.jp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407f4dbb9c5ebb2f4df342a7144eaf5d3563180.jp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62d680944131a8da8ac2c78c557d8682244faab2.jpg"/>
<Relationship Id="rId3" Type="http://schemas.openxmlformats.org/officeDocument/2006/relationships/image" Target="../media/3fec4d98a36f18190272f011db8dcefb84e94ec5.jp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0eaf9a094113b77e0bf51cd1cce11ca69503bb5.jpg"/>
<Relationship Id="rId3" Type="http://schemas.openxmlformats.org/officeDocument/2006/relationships/image" Target="../media/9ea1938dbfc9a85423319d0d921afee657ff77d0.jp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52705c8a651f504874dd7e61f431c49ad2ff0ca8.jpg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6143914c7fb8b0ad898004d3c7f856449f344982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 lvl="1"/>
            <a:r>
              <a:rPr/>
              <a:t>3 quality control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AminoAcids was normalized by Internal Standard L-Tryptophan (ISTD) [CV = 0.13]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 (2 tailed, assuming unequal variance)</a:t>
            </a:r>
          </a:p>
          <a:p>
            <a:pPr lvl="2"/>
            <a:r>
              <a:rPr/>
              <a:t>HFD-Dam_over_RD-Dam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 (analysis of variance)</a:t>
            </a:r>
          </a:p>
          <a:p>
            <a:pPr lvl="2"/>
            <a:r>
              <a:rPr/>
              <a:t>RDDam_HFDDam_MaleMRD_MaleMHFD_FemMRD_FemMHFD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Quality Control: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Internal Standards Distribution: AminoAcids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amritkoirala</cp:lastModifiedBy>
  <cp:revision>974</cp:revision>
  <cp:lastPrinted>2016-08-06T16:03:59Z</cp:lastPrinted>
  <dcterms:created xsi:type="dcterms:W3CDTF">2012-05-09T00:27:15Z</dcterms:created>
  <dcterms:modified xsi:type="dcterms:W3CDTF">2026-06-05T14:38:41Z</dcterms:modified>
</cp:coreProperties>
</file>