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3E95266-8A91-634B-9D8A-82E9C2DFC7E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98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27"/>
    <p:restoredTop sz="99310" autoAdjust="0"/>
  </p:normalViewPr>
  <p:slideViewPr>
    <p:cSldViewPr snapToGrid="0" snapToObjects="1">
      <p:cViewPr varScale="1">
        <p:scale>
          <a:sx n="131" d="100"/>
          <a:sy n="131" d="100"/>
        </p:scale>
        <p:origin x="13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72"/>
    </p:cViewPr>
  </p:sorter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475388-B706-A848-A46B-DDB877936374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418B3A-84A4-8742-8380-9258A83A48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4058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587B2F-58BE-554B-B170-DCECE273C696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EEF556-E94F-A84A-A7AB-DF543355B8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89830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42282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E0D961-9B36-6D45-8D8C-1EBEC7A44DA6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4079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2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422667"/>
            <a:ext cx="4040188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22667"/>
            <a:ext cx="4041775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DF1B7-1ED9-3543-A017-68BCC855D1DE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152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665924"/>
            <a:ext cx="8229600" cy="5460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8003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5" r:id="rId3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3200" kern="1200">
          <a:solidFill>
            <a:schemeClr val="tx1"/>
          </a:solidFill>
          <a:latin typeface="Garamond" panose="02020404030301010803" pitchFamily="18" charset="0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ebca036b7463042551203a2400392c34f64675d.jp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ecf439b2a5705060006413c2fd8954af1835ce2.jp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a4edb14667bd4706ba22cbc94f980e29de236b5.jp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8657d45073c46af135457bb8dab4589ac68639.jp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da8cb2fccd6388c71cb12dcf26de988ce94b320.jp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f10f48b1ce77404cb6e24198fee2167e09a3655.jp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9f28f007ed05d10d5db44c5882a04b971fc50d3.jp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e65c26e4c9c0c742e86a6f6f01bb608378171abb.jpg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b4d78aecab41047e0d6f863ffe7cbc0a96a2670.jp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e5eb6de5488f0dac4e204f886e9c3358a3e21415.jpg"/>
<Relationship Id="rId3" Type="http://schemas.openxmlformats.org/officeDocument/2006/relationships/image" Target="../media/32e7658fa7ec20b3e08fe383b97522a52d29a7ce.jp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8079cd508df8f1188056db6c2c3b7436c0a2d389.jpg"/>
<Relationship Id="rId3" Type="http://schemas.openxmlformats.org/officeDocument/2006/relationships/image" Target="../media/82e8f5333b19f665e5f6c07824c852c762fc93d4.jp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d5540be4cc022b6f613035c50a9c7fcdb3b3b3c.jp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33e7e7634da7f8b43b27737687205d3b89b99c1.jp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/>
              <a:t>Project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/>
              <a:t>Metabolomics Analysis [prenormalized]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/>
            <a:r>
              <a:rPr/>
              <a:t>Samples</a:t>
            </a:r>
          </a:p>
          <a:p>
            <a:pPr lvl="1"/>
            <a:r>
              <a:rPr/>
              <a:t>39 experimental samples</a:t>
            </a:r>
          </a:p>
          <a:p>
            <a:pPr/>
            <a:r>
              <a:rPr/>
              <a:t>Total of 23 features from 1 methods</a:t>
            </a:r>
          </a:p>
          <a:p>
            <a:pPr lvl="1"/>
            <a:r>
              <a:rPr/>
              <a:t>Data was prenormalized</a:t>
            </a:r>
          </a:p>
          <a:p>
            <a:pPr/>
            <a:r>
              <a:rPr/>
              <a:t>Comparisons performed</a:t>
            </a:r>
          </a:p>
          <a:p>
            <a:pPr lvl="1"/>
            <a:r>
              <a:rPr/>
              <a:t>t-test (2 tailed, assuming unequal variance)</a:t>
            </a:r>
          </a:p>
          <a:p>
            <a:pPr lvl="2"/>
            <a:r>
              <a:rPr/>
              <a:t>HFD-Dam_over_RD-Dam</a:t>
            </a:r>
          </a:p>
          <a:p>
            <a:pPr lvl="2"/>
            <a:r>
              <a:rPr/>
              <a:t>MaleMHFD_over_MaleMRD</a:t>
            </a:r>
          </a:p>
          <a:p>
            <a:pPr lvl="2"/>
            <a:r>
              <a:rPr/>
              <a:t>FemMHFD_over_FemMRD</a:t>
            </a:r>
          </a:p>
          <a:p>
            <a:pPr lvl="1"/>
            <a:r>
              <a:rPr/>
              <a:t>anova (analysis of variance)</a:t>
            </a:r>
          </a:p>
          <a:p>
            <a:pPr lvl="2"/>
            <a:r>
              <a:rPr/>
              <a:t>RDDam_HFDDam_MaleMRD_MaleMHFD_FemMRD_FemMHFD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all_samples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method1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HFD-Dam_over_RD-Dam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Prenormalized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Prenormalized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Prenormalized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Prenormalized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Prenormalized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Prenormalized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RDDam_HFDDam_MaleMRD_MaleMHFD_FemMRD_FemMHFD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Prenormalized PCA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Prenormalized PCA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388620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38862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HFD-Dam_over_RD-Dam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HFD-Dam_over_RD-Dam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RDDam_HFDDam_MaleMRD_MaleMHFD_FemMRD_FemMHFD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34409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Garamond</vt:lpstr>
      <vt:lpstr>Custom Design</vt:lpstr>
    </vt:vector>
  </TitlesOfParts>
  <Company>University of Houston</Company>
  <LinksUpToDate>false</LinksUpToDate>
  <SharedDoc>false</SharedDoc>
  <HyperlinksChanged>false</HyperlinksChanged>
  <AppVersion>16.0009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Badrajee Piyarathna</dc:creator>
  <cp:lastModifiedBy>tanmaygandhi</cp:lastModifiedBy>
  <cp:revision>974</cp:revision>
  <cp:lastPrinted>2016-08-06T16:03:59Z</cp:lastPrinted>
  <dcterms:created xsi:type="dcterms:W3CDTF">2012-05-09T00:27:15Z</dcterms:created>
  <dcterms:modified xsi:type="dcterms:W3CDTF">2024-07-12T11:36:01Z</dcterms:modified>
</cp:coreProperties>
</file>