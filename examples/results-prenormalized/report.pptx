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31" d="100"/>
          <a:sy n="131" d="100"/>
        </p:scale>
        <p:origin x="13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bca036b7463042551203a2400392c34f64675d.jp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cf439b2a5705060006413c2fd8954af1835ce2.jp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c04c4a14c213b7d203aba94aeee3fa55701bb89.jp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ff228977f1c863c4b7ce532e0550ccf27d01917.jp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826ea1ad5984ef95c09196b9fa1ef5113aec246.jp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4a125c4958b5ba1464d6d27340ad745a1f49db.jp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5eb6de5488f0dac4e204f886e9c3358a3e21415.jpg"/>
<Relationship Id="rId3" Type="http://schemas.openxmlformats.org/officeDocument/2006/relationships/image" Target="../media/32e7658fa7ec20b3e08fe383b97522a52d29a7ce.jp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ac35558d21425ee9e5fec3ce67065ed86b053307.jpg"/>
<Relationship Id="rId3" Type="http://schemas.openxmlformats.org/officeDocument/2006/relationships/image" Target="../media/606c85615b52d245c1b7a20086d3e8f65718201d.jp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d5540be4cc022b6f613035c50a9c7fcdb3b3b3c.jp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2245584bffb1fdd08d6f18cc70425054774c2a1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Project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Metabolomics Analysis [prenormalized]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/>
            <a:r>
              <a:rPr/>
              <a:t>Samples</a:t>
            </a:r>
          </a:p>
          <a:p>
            <a:pPr lvl="1"/>
            <a:r>
              <a:rPr/>
              <a:t>39 experimental samples</a:t>
            </a:r>
          </a:p>
          <a:p>
            <a:pPr/>
            <a:r>
              <a:rPr/>
              <a:t>Total of 23 features from 1 methods</a:t>
            </a:r>
          </a:p>
          <a:p>
            <a:pPr lvl="1"/>
            <a:r>
              <a:rPr/>
              <a:t>Data was prenormalized</a:t>
            </a:r>
          </a:p>
          <a:p>
            <a:pPr/>
            <a:r>
              <a:rPr/>
              <a:t>Comparisons performed</a:t>
            </a:r>
          </a:p>
          <a:p>
            <a:pPr lvl="1"/>
            <a:r>
              <a:rPr/>
              <a:t>t-test</a:t>
            </a:r>
          </a:p>
          <a:p>
            <a:pPr lvl="2"/>
            <a:r>
              <a:rPr/>
              <a:t>HFD-Dam_over_RD-Dam</a:t>
            </a:r>
          </a:p>
          <a:p>
            <a:pPr lvl="2"/>
            <a:r>
              <a:rPr/>
              <a:t>MaleMHFD_over_MaleMRD</a:t>
            </a:r>
          </a:p>
          <a:p>
            <a:pPr lvl="2"/>
            <a:r>
              <a:rPr/>
              <a:t>FemMHFD_over_FemMRD</a:t>
            </a:r>
          </a:p>
          <a:p>
            <a:pPr lvl="1"/>
            <a:r>
              <a:rPr/>
              <a:t>anova</a:t>
            </a:r>
          </a:p>
          <a:p>
            <a:pPr lvl="2"/>
            <a:r>
              <a:rPr/>
              <a:t>RDDam_HFDDam_MaleMRD_MaleMHFD_FemMRD_FemMHFD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all_samples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method1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34409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Garamond</vt:lpstr>
      <vt:lpstr>Custom Design</vt:lpstr>
    </vt:vector>
  </TitlesOfParts>
  <Company>University of Houston</Company>
  <LinksUpToDate>false</LinksUpToDate>
  <SharedDoc>false</SharedDoc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Badrajee Piyarathna</dc:creator>
  <cp:lastModifiedBy>tanmaygandhi</cp:lastModifiedBy>
  <cp:revision>974</cp:revision>
  <cp:lastPrinted>2016-08-06T16:03:59Z</cp:lastPrinted>
  <dcterms:created xsi:type="dcterms:W3CDTF">2012-05-09T00:27:15Z</dcterms:created>
  <dcterms:modified xsi:type="dcterms:W3CDTF">2023-09-27T15:37:32Z</dcterms:modified>
</cp:coreProperties>
</file>