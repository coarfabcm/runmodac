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E95266-8A91-634B-9D8A-82E9C2DFC7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9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9310" autoAdjust="0"/>
  </p:normalViewPr>
  <p:slideViewPr>
    <p:cSldViewPr snapToGrid="0" snapToObjects="1">
      <p:cViewPr varScale="1">
        <p:scale>
          <a:sx n="131" d="100"/>
          <a:sy n="131" d="100"/>
        </p:scale>
        <p:origin x="13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75388-B706-A848-A46B-DDB877936374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18B3A-84A4-8742-8380-9258A83A4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05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87B2F-58BE-554B-B170-DCECE273C696}" type="datetimeFigureOut">
              <a:rPr lang="en-US" smtClean="0"/>
              <a:t>1/29/18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EF556-E94F-A84A-A7AB-DF543355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9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2282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0D961-9B36-6D45-8D8C-1EBEC7A44DA6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7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22667"/>
            <a:ext cx="4040188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22667"/>
            <a:ext cx="4041775" cy="470349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DF1B7-1ED9-3543-A017-68BCC855D1DE}"/>
              </a:ext>
            </a:extLst>
          </p:cNvPr>
          <p:cNvCxnSpPr/>
          <p:nvPr userDrawn="1"/>
        </p:nvCxnSpPr>
        <p:spPr>
          <a:xfrm>
            <a:off x="177266" y="661386"/>
            <a:ext cx="8807984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15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65924"/>
            <a:ext cx="8229600" cy="546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00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bca036b7463042551203a2400392c34f64675d.jp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4ecf439b2a5705060006413c2fd8954af1835ce2.jp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0c04c4a14c213b7d203aba94aeee3fa55701bb89.jp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87618861506c4836bfd5534f534f6681c6ab9f98.jp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b826ea1ad5984ef95c09196b9fa1ef5113aec246.jp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24ec06879ca2107e44d762898cea26efb2bd4ed.jp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87ba7bee557f2102aac11500c66720d64116660.jp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6e5433b2b1f335ed27bd0669f95ffb91b9c36f2.jp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f84701d64223ee5ac09a2b90a79040bd1934fa1.jp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e5eb6de5488f0dac4e204f886e9c3358a3e21415.jpg"/>
<Relationship Id="rId3" Type="http://schemas.openxmlformats.org/officeDocument/2006/relationships/image" Target="../media/32e7658fa7ec20b3e08fe383b97522a52d29a7ce.jp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8079cd508df8f1188056db6c2c3b7436c0a2d389.jpg"/>
<Relationship Id="rId3" Type="http://schemas.openxmlformats.org/officeDocument/2006/relationships/image" Target="../media/82e8f5333b19f665e5f6c07824c852c762fc93d4.jp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9d5540be4cc022b6f613035c50a9c7fcdb3b3b3c.jp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f33e7e7634da7f8b43b27737687205d3b89b99c1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Metabolomics Analysis [prenormalized]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923"/>
            <a:ext cx="8229600" cy="5460240"/>
          </a:xfrm>
        </p:spPr>
        <p:txBody>
          <a:bodyPr/>
          <a:lstStyle/>
          <a:p>
            <a:pPr/>
            <a:r>
              <a:rPr/>
              <a:t>Samples</a:t>
            </a:r>
          </a:p>
          <a:p>
            <a:pPr lvl="1"/>
            <a:r>
              <a:rPr/>
              <a:t>39 experimental samples</a:t>
            </a:r>
          </a:p>
          <a:p>
            <a:pPr/>
            <a:r>
              <a:rPr/>
              <a:t>Total of 23 features from 1 methods</a:t>
            </a:r>
          </a:p>
          <a:p>
            <a:pPr lvl="1"/>
            <a:r>
              <a:rPr/>
              <a:t>Data was prenormalized</a:t>
            </a:r>
          </a:p>
          <a:p>
            <a:pPr/>
            <a:r>
              <a:rPr/>
              <a:t>Comparisons performed</a:t>
            </a:r>
          </a:p>
          <a:p>
            <a:pPr lvl="1"/>
            <a:r>
              <a:rPr/>
              <a:t>t-test (2 tailed, assuming unequal variance)</a:t>
            </a:r>
          </a:p>
          <a:p>
            <a:pPr lvl="2"/>
            <a:r>
              <a:rPr/>
              <a:t>HFD-Dam_over_RD-Dam</a:t>
            </a:r>
          </a:p>
          <a:p>
            <a:pPr lvl="2"/>
            <a:r>
              <a:rPr/>
              <a:t>MaleMHFD_over_MaleMRD</a:t>
            </a:r>
          </a:p>
          <a:p>
            <a:pPr lvl="2"/>
            <a:r>
              <a:rPr/>
              <a:t>FemMHFD_over_FemMRD</a:t>
            </a:r>
          </a:p>
          <a:p>
            <a:pPr lvl="1"/>
            <a:r>
              <a:rPr/>
              <a:t>anova (analysis of variance)</a:t>
            </a:r>
          </a:p>
          <a:p>
            <a:pPr lvl="2"/>
            <a:r>
              <a:rPr/>
              <a:t>RDDam_HFDDam_MaleMRD_MaleMHFD_FemMRD_FemMHFD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all_samples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QA plots: method1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Prenormalized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Prenormalized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Prenormalized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Prenormalized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Prenormalized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Prenormalized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Prenormalized PCA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Prenormalized PCA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388620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HFD-Dam_over_RD-Dam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MaleMHFD_over_MaleMRD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3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FemMHFD_over_FemMRD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83"/>
            <a:ext cx="8229600" cy="659640"/>
          </a:xfrm>
        </p:spPr>
        <p:txBody>
          <a:bodyPr/>
          <a:lstStyle/>
          <a:p>
            <a:r>
              <a:rPr/>
              <a:t>Comparison RDDam_HFDDam_MaleMRD_MaleMHFD_FemMRD_FemMHFD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82905"/>
            <a:ext cx="4041775" cy="639762"/>
          </a:xfrm>
        </p:spPr>
        <p:txBody>
          <a:bodyPr/>
          <a:lstStyle/>
          <a:p>
            <a:r>
              <a:rPr/>
              <a:t>Differential fdr&lt;0.25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457200" y="776118"/>
            <a:ext cx="4040188" cy="639762"/>
          </a:xfrm>
        </p:spPr>
        <p:txBody>
          <a:bodyPr/>
          <a:lstStyle/>
          <a:p>
            <a:r>
              <a:rPr/>
              <a:t>Complete Set fdr=1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645152" y="1426464"/>
            <a:ext cx="4114800" cy="544068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457200" y="1426464"/>
            <a:ext cx="4114800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34409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Garamond</vt:lpstr>
      <vt:lpstr>Custom Design</vt:lpstr>
    </vt:vector>
  </TitlesOfParts>
  <Company>University of Houston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Badrajee Piyarathna</dc:creator>
  <cp:lastModifiedBy>tanmaygandhi</cp:lastModifiedBy>
  <cp:revision>974</cp:revision>
  <cp:lastPrinted>2016-08-06T16:03:59Z</cp:lastPrinted>
  <dcterms:created xsi:type="dcterms:W3CDTF">2012-05-09T00:27:15Z</dcterms:created>
  <dcterms:modified xsi:type="dcterms:W3CDTF">2024-03-14T16:16:30Z</dcterms:modified>
</cp:coreProperties>
</file>