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65" r:id="rId5"/>
    <p:sldId id="263" r:id="rId6"/>
    <p:sldId id="264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73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27"/>
    <p:restoredTop sz="94694"/>
  </p:normalViewPr>
  <p:slideViewPr>
    <p:cSldViewPr snapToGrid="0">
      <p:cViewPr varScale="1">
        <p:scale>
          <a:sx n="111" d="100"/>
          <a:sy n="111" d="100"/>
        </p:scale>
        <p:origin x="248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7F85C-E9BE-A948-26FD-1A5EF87DA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01615-BDB5-B761-6C02-60DF31207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006E2-C520-0177-D0B6-FDD9321AB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F04B1-CE9D-AC91-E289-FCDA780D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CC4BB-9E49-5BDA-4089-C6881FAA3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0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1863-5823-D05C-96E2-99EF282D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6D117-32DB-09C8-B1D7-282DAC24C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1A0FE-6DEC-BADD-4EDA-B21986E4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4CA57-CE62-4A50-E381-BA41E001A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2C0B6-69D8-C8C8-EBF2-302088CF3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89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F64B1-2095-2E54-40E9-31BAA70CD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C2744-46A6-DCFD-2F23-64886779B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22632-A493-1BFD-C9A1-99BBB5C29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74420-BC1A-8930-6B68-6B19C8B76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30A66-807E-B15D-4E6B-239E358D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20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8B6E9-243A-3930-F90D-B54F85F6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72346-5B8A-C25C-84ED-615217246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DA838A-C288-30A5-2938-F6D794EB1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29B95-D8C7-D22C-1593-AB7F7CCD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84744-4112-1C99-A5AE-B55947A1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EC995-5A05-F561-29C9-BD98B82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22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39E55-33EC-E4C5-E120-F73FB2B8C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3464-C310-535E-1643-A49D1F27C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6DDE2C-5E20-55CD-08F7-0ED1B5293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922060-DFEB-906C-98E4-3F37CAFF8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357492-E7A9-D326-E9A6-E5E38A0F6D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F4A56C-4756-405A-AB69-70D5C5E2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366717-2D46-BBF4-F95E-DB6DC076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41D0E-C87F-4627-066D-F59E7C503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79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E0E0F-EA40-CC73-8873-BDA72908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9A31E4-CBA8-DC2D-185C-B044D9F65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6D6C37-958C-7CF9-F78D-6E23C5CA7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91578-B350-D45A-84FA-F59B34FD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3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0F3A92-6832-CC89-7D31-2A9A19A9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89BF9-C293-BF8F-4D8B-00BB55DA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F3912-A8A4-72C8-B0EA-5CB967838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528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7515-94E4-0014-1DE4-28F967338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73AE-D437-5F46-C297-928B73D82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029C1-6CCE-9251-71E6-5DF5CFCCA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0DF94-9529-5A86-D137-E5F6B437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180EE3-01F9-6B97-1BBD-B258530EE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4479A-048D-2935-4774-EDB5437F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437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1C4BE-2907-60F2-0BE7-9BAA96B9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E359D4-E094-3819-7369-3B4D97865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35B20-933A-9804-4318-5732EEC2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06698-351C-CCE0-278C-06A6A2FC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0F71F-E2AD-E655-2325-D9F9062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1B9713-0F52-D1DA-203F-B87A277A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94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90C0-43BD-1472-FF34-F74BB166D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14673-3E54-A05D-41EE-F3B85F46B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67B7-2444-3F12-2022-B183CFFE3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460F-CFE2-7A80-532E-E4A6B6DC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DB355-41B9-BBBF-FAEE-DB501052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2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220D9A-9453-F8B4-56D3-AAACFEBF2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E344BA-06A9-408C-9B3C-1DB8CD847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D5526-5B29-5855-0574-5FC2C65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50BD6-C5BE-82EB-6ABC-4D633B376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30A3-5DC2-D324-06EE-D43DA90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93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079BB6-2A61-134D-951C-DDEFA02B5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07E63-0B8A-F47E-0FF4-52BF40E65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6FC05-7295-64A7-22AA-FCC49B3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812CF8-5571-2F43-B531-95039EEE283D}" type="datetimeFigureOut">
              <a:rPr lang="en-US" smtClean="0"/>
              <a:t>10/1/23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546C-E520-8242-CE99-CCC60AB65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11CDD-3AC5-DAAF-7FE7-1AC89865B1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299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EE54F-102E-825C-5BDB-C93C523DE3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</a:t>
            </a:r>
            <a:r>
              <a:rPr lang="en-US" dirty="0" err="1"/>
              <a:t>runMODAC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BCFEA-E060-92C3-6464-A70013F1ED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37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Install </a:t>
            </a:r>
            <a:r>
              <a:rPr lang="en-US" dirty="0" err="1"/>
              <a:t>ComplexHeatmap</a:t>
            </a:r>
            <a:r>
              <a:rPr lang="en-US" dirty="0"/>
              <a:t> using the following code:</a:t>
            </a:r>
          </a:p>
          <a:p>
            <a:pPr marL="457200" lvl="1" indent="0">
              <a:buNone/>
            </a:pPr>
            <a:r>
              <a:rPr lang="en-US" dirty="0">
                <a:highlight>
                  <a:srgbClr val="FFFF00"/>
                </a:highlight>
              </a:rPr>
              <a:t>if (!</a:t>
            </a:r>
            <a:r>
              <a:rPr lang="en-US" dirty="0" err="1">
                <a:highlight>
                  <a:srgbClr val="FFFF00"/>
                </a:highlight>
              </a:rPr>
              <a:t>requireNamespace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", quietly = TRUE)) </a:t>
            </a:r>
            <a:r>
              <a:rPr lang="en-US" dirty="0" err="1">
                <a:highlight>
                  <a:srgbClr val="FFFF00"/>
                </a:highlight>
              </a:rPr>
              <a:t>install.packages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")</a:t>
            </a:r>
          </a:p>
          <a:p>
            <a:pPr marL="457200" lvl="1" indent="0">
              <a:buNone/>
            </a:pP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::install(c("</a:t>
            </a:r>
            <a:r>
              <a:rPr lang="en-US" dirty="0" err="1">
                <a:highlight>
                  <a:srgbClr val="FFFF00"/>
                </a:highlight>
              </a:rPr>
              <a:t>ComplexHeatmap</a:t>
            </a:r>
            <a:r>
              <a:rPr lang="en-US" dirty="0">
                <a:highlight>
                  <a:srgbClr val="FFFF00"/>
                </a:highlight>
              </a:rPr>
              <a:t>”)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dirty="0" err="1"/>
              <a:t>runModac.Rproj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Source the “R/</a:t>
            </a:r>
            <a:r>
              <a:rPr lang="en-US" dirty="0" err="1"/>
              <a:t>runModac.R</a:t>
            </a:r>
            <a:r>
              <a:rPr lang="en-US" dirty="0"/>
              <a:t>” file and proceed with analysis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Prep</a:t>
            </a:r>
          </a:p>
        </p:txBody>
      </p:sp>
    </p:spTree>
    <p:extLst>
      <p:ext uri="{BB962C8B-B14F-4D97-AF65-F5344CB8AC3E}">
        <p14:creationId xmlns:p14="http://schemas.microsoft.com/office/powerpoint/2010/main" val="280002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runModac</a:t>
            </a:r>
            <a:r>
              <a:rPr lang="en-US" dirty="0"/>
              <a:t>(</a:t>
            </a:r>
            <a:r>
              <a:rPr lang="en-US" dirty="0" err="1"/>
              <a:t>inputFile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comparisonsFile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type = “metabolomics”,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outdir</a:t>
            </a:r>
            <a:r>
              <a:rPr lang="en-US" dirty="0"/>
              <a:t> = “results”,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project_title</a:t>
            </a:r>
            <a:r>
              <a:rPr lang="en-US" dirty="0"/>
              <a:t> = "Project Report",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project_subtitle</a:t>
            </a:r>
            <a:r>
              <a:rPr lang="en-US" dirty="0"/>
              <a:t> = "Metabolomics Analysis",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heatmap_color_scale</a:t>
            </a:r>
            <a:r>
              <a:rPr lang="en-US" dirty="0"/>
              <a:t> = c("blue", "black", "yellow"),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samplesAreRows</a:t>
            </a:r>
            <a:r>
              <a:rPr lang="en-US" dirty="0"/>
              <a:t> = T,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sampleIDRow</a:t>
            </a:r>
            <a:r>
              <a:rPr lang="en-US" dirty="0"/>
              <a:t> = 2,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min_signal</a:t>
            </a:r>
            <a:r>
              <a:rPr lang="en-US" dirty="0"/>
              <a:t> = NULL,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scriptPath</a:t>
            </a:r>
            <a:r>
              <a:rPr lang="en-US" dirty="0"/>
              <a:t> = "~/Box Sync/</a:t>
            </a:r>
            <a:r>
              <a:rPr lang="en-US" dirty="0" err="1"/>
              <a:t>runModac</a:t>
            </a:r>
            <a:r>
              <a:rPr lang="en-US" dirty="0"/>
              <a:t>/R/")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Usage</a:t>
            </a:r>
          </a:p>
        </p:txBody>
      </p:sp>
    </p:spTree>
    <p:extLst>
      <p:ext uri="{BB962C8B-B14F-4D97-AF65-F5344CB8AC3E}">
        <p14:creationId xmlns:p14="http://schemas.microsoft.com/office/powerpoint/2010/main" val="1864459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Metabolomics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</p:spTree>
    <p:extLst>
      <p:ext uri="{BB962C8B-B14F-4D97-AF65-F5344CB8AC3E}">
        <p14:creationId xmlns:p14="http://schemas.microsoft.com/office/powerpoint/2010/main" val="386932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37E587-1DA1-696F-5BA7-46F4417FA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6563"/>
            <a:ext cx="7021286" cy="49448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QC samples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ISTD columns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NAs or blank cells will be replaced by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ISTD normalization, only positive numbers</a:t>
            </a:r>
          </a:p>
        </p:txBody>
      </p:sp>
    </p:spTree>
    <p:extLst>
      <p:ext uri="{BB962C8B-B14F-4D97-AF65-F5344CB8AC3E}">
        <p14:creationId xmlns:p14="http://schemas.microsoft.com/office/powerpoint/2010/main" val="109555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5564910" y="968829"/>
            <a:ext cx="6627089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u="sn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33922-81E0-E2FA-97E9-0CAECF316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0478"/>
            <a:ext cx="5514095" cy="585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08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32917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EFA073-845D-D2CF-05DF-DA57417BF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4907"/>
            <a:ext cx="5657852" cy="20259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A41D65-FF17-6810-78AA-EEC0F79FA711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0418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23E7C6-CFF0-B739-2E6E-6AF780202D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11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Pre-Normalized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3446154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4122A69-44E0-F868-C15A-136EFCFEEA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6657" y="976285"/>
            <a:ext cx="3722914" cy="5881715"/>
          </a:xfrm>
        </p:spPr>
      </p:pic>
    </p:spTree>
    <p:extLst>
      <p:ext uri="{BB962C8B-B14F-4D97-AF65-F5344CB8AC3E}">
        <p14:creationId xmlns:p14="http://schemas.microsoft.com/office/powerpoint/2010/main" val="1175950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1B2966-A8FF-7D67-943D-6F086047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5564911" cy="5500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689E04-D282-3827-501B-D45D995F777B}"/>
              </a:ext>
            </a:extLst>
          </p:cNvPr>
          <p:cNvSpPr txBox="1"/>
          <p:nvPr/>
        </p:nvSpPr>
        <p:spPr>
          <a:xfrm>
            <a:off x="5564911" y="1006839"/>
            <a:ext cx="662708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</p:txBody>
      </p:sp>
    </p:spTree>
    <p:extLst>
      <p:ext uri="{BB962C8B-B14F-4D97-AF65-F5344CB8AC3E}">
        <p14:creationId xmlns:p14="http://schemas.microsoft.com/office/powerpoint/2010/main" val="2522855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573133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23EB16-4C05-8B3C-FA8E-A1E7710CE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6003"/>
            <a:ext cx="5656819" cy="21659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B61920-7830-287A-537D-F1AA33D33BBD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98344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4F1753-28AE-E233-48EC-02DA594EC3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74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Transposed Data (Columns of Samples)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854006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feature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F4600DFE-11A7-C159-B326-4F60E035B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6039854" cy="588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035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1B2966-A8FF-7D67-943D-6F086047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5564911" cy="5500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689E04-D282-3827-501B-D45D995F777B}"/>
              </a:ext>
            </a:extLst>
          </p:cNvPr>
          <p:cNvSpPr txBox="1"/>
          <p:nvPr/>
        </p:nvSpPr>
        <p:spPr>
          <a:xfrm>
            <a:off x="5564911" y="1006839"/>
            <a:ext cx="662708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</p:txBody>
      </p:sp>
    </p:spTree>
    <p:extLst>
      <p:ext uri="{BB962C8B-B14F-4D97-AF65-F5344CB8AC3E}">
        <p14:creationId xmlns:p14="http://schemas.microsoft.com/office/powerpoint/2010/main" val="4080763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6879240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8E7ED-94CF-4842-85C0-A28FF97F6638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0D0802-548A-1847-122B-766B0AAE4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6627"/>
            <a:ext cx="5660020" cy="216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410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314DDE-9CEE-6127-BA9D-BF8C5A1054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6055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Example 4 – RPPA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186ADD-94F2-CBB0-CA50-AC111BEC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933"/>
            <a:ext cx="6187031" cy="31831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34A69C-0306-A8CA-C42A-D3E2E8CB3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583" y="2516946"/>
            <a:ext cx="2148467" cy="24660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AEA07B-3AC4-2D5E-4601-A6F9D7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7050" y="962933"/>
            <a:ext cx="3810466" cy="27071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99DD88-871A-9F40-E3EC-3300C2BF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5066"/>
            <a:ext cx="6780954" cy="171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32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5274</TotalTime>
  <Words>2613</Words>
  <Application>Microsoft Macintosh PowerPoint</Application>
  <PresentationFormat>Widescreen</PresentationFormat>
  <Paragraphs>167</Paragraphs>
  <Slides>22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Intro to runMODAC</vt:lpstr>
      <vt:lpstr>PowerPoint Presentation</vt:lpstr>
      <vt:lpstr>PowerPoint Presentation</vt:lpstr>
      <vt:lpstr>Metabolomics</vt:lpstr>
      <vt:lpstr>Input File</vt:lpstr>
      <vt:lpstr>Comparisons File – Settings</vt:lpstr>
      <vt:lpstr>Comparisons File - Comparisons</vt:lpstr>
      <vt:lpstr>Code</vt:lpstr>
      <vt:lpstr>Results</vt:lpstr>
      <vt:lpstr>Pre-Normalized Data</vt:lpstr>
      <vt:lpstr>Input File</vt:lpstr>
      <vt:lpstr>Comparisons File – Settings</vt:lpstr>
      <vt:lpstr>Comparisons File - Comparisons</vt:lpstr>
      <vt:lpstr>Code</vt:lpstr>
      <vt:lpstr>Results</vt:lpstr>
      <vt:lpstr>Transposed Data (Columns of Samples)</vt:lpstr>
      <vt:lpstr>Input File</vt:lpstr>
      <vt:lpstr>Comparisons File – Settings</vt:lpstr>
      <vt:lpstr>Comparisons File - Comparisons</vt:lpstr>
      <vt:lpstr>Code</vt:lpstr>
      <vt:lpstr>Results</vt:lpstr>
      <vt:lpstr>Example 4 – RPPA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runMODAC</dc:title>
  <dc:creator>Gandhi, Tanmay</dc:creator>
  <cp:lastModifiedBy>Gandhi, Tanmay</cp:lastModifiedBy>
  <cp:revision>16</cp:revision>
  <dcterms:created xsi:type="dcterms:W3CDTF">2023-03-06T14:46:42Z</dcterms:created>
  <dcterms:modified xsi:type="dcterms:W3CDTF">2023-10-01T15:01:19Z</dcterms:modified>
</cp:coreProperties>
</file>