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320c274b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3be7c698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6d9f43e1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ile15b897321a100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24d1420d.jpg"/>
<Relationship Id="rId3" Type="http://schemas.openxmlformats.org/officeDocument/2006/relationships/image" Target="../media/file15b892647765d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1dabe74d.jpg"/>
<Relationship Id="rId3" Type="http://schemas.openxmlformats.org/officeDocument/2006/relationships/image" Target="../media/file15b89de7f73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f815777.jpg"/>
<Relationship Id="rId3" Type="http://schemas.openxmlformats.org/officeDocument/2006/relationships/image" Target="../media/file15b8974954d94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76186b57.jpg"/>
<Relationship Id="rId3" Type="http://schemas.openxmlformats.org/officeDocument/2006/relationships/image" Target="../media/file15b893d2f5953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6f917786.jpg"/>
<Relationship Id="rId3" Type="http://schemas.openxmlformats.org/officeDocument/2006/relationships/image" Target="../media/file15b89373e37a3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55b6caaa.jpg"/>
<Relationship Id="rId3" Type="http://schemas.openxmlformats.org/officeDocument/2006/relationships/image" Target="../media/file15b8953b38adc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30619c72.jp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ile15b895866192e.jpg"/>
<Relationship Id="rId3" Type="http://schemas.openxmlformats.org/officeDocument/2006/relationships/image" Target="../media/file15b8916ff4859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 lvl="1"/>
            <a:r>
              <a:rPr/>
              <a:t>3 liver control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AminoAcids was normalized by Internal Standard L-Tryptophan (ISTD) [CV = 0.05]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</a:t>
            </a:r>
          </a:p>
          <a:p>
            <a:pPr lvl="2"/>
            <a:r>
              <a:rPr/>
              <a:t>HFDDam_over_RDDam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AminoAcids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Liver Control: AminoAcids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Internal Standards Distribution: AminoAcids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Normalized PCA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Raw PCA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HFDDam_over_RDDam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 xmlns:p="http://schemas.openxmlformats.org/presentationml/2006/main"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2023-03-29T20:06:46Z</dcterms:modified>
</cp:coreProperties>
</file>