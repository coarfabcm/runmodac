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jpeg" ContentType="image/jpeg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officeDocument/2006/relationships/extended-properties" Target="docProps/app.xml"/>
<Relationship Id="rId2" Type="http://schemas.openxmlformats.org/package/2006/relationships/metadata/core-properties" Target="docProps/core.xml"/>
<Relationship Id="rId1" Type="http://schemas.openxmlformats.org/officeDocument/2006/relationships/officeDocument" Target="ppt/presentation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2"/>
  </p:notesMasterIdLst>
  <p:handoutMasterIdLst>
    <p:handoutMasterId r:id="rId3"/>
  </p:handout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23E95266-8A91-634B-9D8A-82E9C2DFC7E6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898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627"/>
    <p:restoredTop sz="99310" autoAdjust="0"/>
  </p:normalViewPr>
  <p:slideViewPr>
    <p:cSldViewPr snapToGrid="0" snapToObjects="1">
      <p:cViewPr varScale="1">
        <p:scale>
          <a:sx n="131" d="100"/>
          <a:sy n="131" d="100"/>
        </p:scale>
        <p:origin x="1304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72"/>
    </p:cViewPr>
  </p:sorter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handoutMaster" Target="handoutMasters/handoutMaster1.xml"/>
<Relationship Id="rId7" Type="http://schemas.openxmlformats.org/officeDocument/2006/relationships/tableStyles" Target="tableStyles.xml"/>
<Relationship Id="rId2" Type="http://schemas.openxmlformats.org/officeDocument/2006/relationships/notesMaster" Target="notesMasters/notesMaster1.xml"/>
<Relationship Id="rId1" Type="http://schemas.openxmlformats.org/officeDocument/2006/relationships/slideMaster" Target="slideMasters/slideMaster1.xml"/>
<Relationship Id="rId6" Type="http://schemas.openxmlformats.org/officeDocument/2006/relationships/theme" Target="theme/theme1.xml"/>
<Relationship Id="rId5" Type="http://schemas.openxmlformats.org/officeDocument/2006/relationships/viewProps" Target="viewProps.xml"/>
<Relationship Id="rId4" Type="http://schemas.openxmlformats.org/officeDocument/2006/relationships/presProps" Target="presProps.xml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Relationship Id="rId11" Type="http://schemas.openxmlformats.org/officeDocument/2006/relationships/slide" Target="slides/slide4.xml"/>
<Relationship Id="rId12" Type="http://schemas.openxmlformats.org/officeDocument/2006/relationships/slide" Target="slides/slide5.xml"/>
<Relationship Id="rId13" Type="http://schemas.openxmlformats.org/officeDocument/2006/relationships/slide" Target="slides/slide6.xml"/>
<Relationship Id="rId14" Type="http://schemas.openxmlformats.org/officeDocument/2006/relationships/slide" Target="slides/slide7.xml"/>
<Relationship Id="rId15" Type="http://schemas.openxmlformats.org/officeDocument/2006/relationships/slide" Target="slides/slide8.xml"/>
<Relationship Id="rId16" Type="http://schemas.openxmlformats.org/officeDocument/2006/relationships/slide" Target="slides/slide9.xml"/>
<Relationship Id="rId17" Type="http://schemas.openxmlformats.org/officeDocument/2006/relationships/slide" Target="slides/slide10.xml"/>
</Relationships>
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2475388-B706-A848-A46B-DDB877936374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418B3A-84A4-8742-8380-9258A83A48D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0405858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5587B2F-58BE-554B-B170-DCECE273C696}" type="datetimeFigureOut">
              <a:rPr lang="en-US" smtClean="0"/>
              <a:t>1/29/18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BEEF556-E94F-A84A-A7AB-DF543355B8C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089830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4228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8E0D961-9B36-6D45-8D8C-1EBEC7A44DA6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340795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2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422667"/>
            <a:ext cx="4040188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 anchor="b"/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22667"/>
            <a:ext cx="4041775" cy="470349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085DF1B7-1ED9-3543-A017-68BCC855D1DE}"/>
              </a:ext>
            </a:extLst>
          </p:cNvPr>
          <p:cNvCxnSpPr/>
          <p:nvPr userDrawn="1"/>
        </p:nvCxnSpPr>
        <p:spPr>
          <a:xfrm>
            <a:off x="177266" y="661386"/>
            <a:ext cx="8807984" cy="0"/>
          </a:xfrm>
          <a:prstGeom prst="line">
            <a:avLst/>
          </a:prstGeom>
          <a:ln>
            <a:solidFill>
              <a:schemeClr val="tx2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51529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665924"/>
            <a:ext cx="8229600" cy="54602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80034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5" r:id="rId3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Garamond" panose="02020404030301010803" pitchFamily="18" charset="0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Garamond" panose="02020404030301010803" pitchFamily="18" charset="0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1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ebca036b7463042551203a2400392c34f64675d.jpg"/>
</Relationships>

</file>

<file path=ppt/slides/_rels/slide4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2268711cfa261b77b1cd402f9ee4d27d24614d28.jpg"/>
</Relationships>

</file>

<file path=ppt/slides/_rels/slide5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445fc587c66e3da5df6949001a3a1bfa462bc59f.jpg"/>
</Relationships>

</file>

<file path=ppt/slides/_rels/slide6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Relationship Id="rId2" Type="http://schemas.openxmlformats.org/officeDocument/2006/relationships/image" Target="../media/1efd7c874dbf916b4208d4a6696df7734cfcdc5a.jpg"/>
</Relationships>

</file>

<file path=ppt/slides/_rels/slide7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f6c1e255212d4e0d271ec784926f379ffea99e12.jpg"/>
<Relationship Id="rId3" Type="http://schemas.openxmlformats.org/officeDocument/2006/relationships/image" Target="../media/fc0dc58e6673c1837f5b2aabbbf9c464a987a57d.jpg"/>
</Relationships>

</file>

<file path=ppt/slides/_rels/slide8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3375fa204920bcd70285dbd4314976e7da68a693.jpg"/>
<Relationship Id="rId3" Type="http://schemas.openxmlformats.org/officeDocument/2006/relationships/image" Target="../media/7d88d88c48bde8e4f78631c93b2c7697a77169ff.jpg"/>
</Relationships>

</file>

<file path=ppt/slides/_rels/slide9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a875531656f1b0e5dd2b8cd7f444a729ded9dfd4.jpg"/>
</Relationships>

</file>

<file path=ppt/slides/_rels/slide10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3.xml"/>
<Relationship Id="rId2" Type="http://schemas.openxmlformats.org/officeDocument/2006/relationships/image" Target="../media/93f06be543ab1904402362d3fd731f61e81a0591.jpg"/>
<Relationship Id="rId3" Type="http://schemas.openxmlformats.org/officeDocument/2006/relationships/image" Target="../media/22d2767f9ce13de835a044b55e4ce9cb7f3c5a20.jp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/>
              <a:t>Project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r>
              <a:rPr/>
              <a:t>Metabolomics Analysis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Project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665923"/>
            <a:ext cx="8229600" cy="5460240"/>
          </a:xfrm>
        </p:spPr>
        <p:txBody>
          <a:bodyPr/>
          <a:lstStyle/>
          <a:p>
            <a:pPr/>
            <a:r>
              <a:rPr/>
              <a:t>Samples</a:t>
            </a:r>
          </a:p>
          <a:p>
            <a:pPr lvl="1"/>
            <a:r>
              <a:rPr/>
              <a:t>39 experimental samples</a:t>
            </a:r>
          </a:p>
          <a:p>
            <a:pPr lvl="1"/>
            <a:r>
              <a:rPr/>
              <a:t>3 liver control samples</a:t>
            </a:r>
          </a:p>
          <a:p>
            <a:pPr/>
            <a:r>
              <a:rPr/>
              <a:t>Total of 23 features from 1 methods</a:t>
            </a:r>
          </a:p>
          <a:p>
            <a:pPr lvl="1"/>
            <a:r>
              <a:rPr/>
              <a:t>AminoAcids was normalized by Internal Standard L-Tryptophan (ISTD) [CV = 0.05]</a:t>
            </a:r>
          </a:p>
          <a:p>
            <a:pPr/>
            <a:r>
              <a:rPr/>
              <a:t>Comparisons performed</a:t>
            </a:r>
          </a:p>
          <a:p>
            <a:pPr lvl="1"/>
            <a:r>
              <a:rPr/>
              <a:t>t-test</a:t>
            </a:r>
          </a:p>
          <a:p>
            <a:pPr lvl="2"/>
            <a:r>
              <a:rPr/>
              <a:t>HFDDam_over_RDDam</a:t>
            </a:r>
          </a:p>
          <a:p>
            <a:pPr lvl="2"/>
            <a:r>
              <a:rPr/>
              <a:t>MaleMHFD_over_MaleMRD</a:t>
            </a:r>
          </a:p>
          <a:p>
            <a:pPr lvl="2"/>
            <a:r>
              <a:rPr/>
              <a:t>FemMHFD_over_FemMRD</a:t>
            </a:r>
          </a:p>
          <a:p>
            <a:pPr lvl="1"/>
            <a:r>
              <a:rPr/>
              <a:t>anova</a:t>
            </a:r>
          </a:p>
          <a:p>
            <a:pPr lvl="2"/>
            <a:r>
              <a:rPr/>
              <a:t>MaleMRD_MaleMHFD_FemMRD_FemMHFD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all_samples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QA plots: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Liver Control: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Internal Standards Distribution: AminoAcids</a:t>
            </a:r>
          </a:p>
        </p:txBody>
      </p:sp>
      <p:pic>
        <p:nvPicPr>
          <p:cNvPr id="3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914400"/>
            <a:ext cx="4572000" cy="4572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HFDDam_over_RDDam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MaleMHFD_over_MaleMRD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FemMHFD_over_FemMRD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6283"/>
            <a:ext cx="8229600" cy="659640"/>
          </a:xfrm>
        </p:spPr>
        <p:txBody>
          <a:bodyPr/>
          <a:lstStyle/>
          <a:p>
            <a:r>
              <a:rPr/>
              <a:t>Comparison MaleMRD_MaleMHFD_FemMRD_FemMHFD</a:t>
            </a:r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782905"/>
            <a:ext cx="4041775" cy="639762"/>
          </a:xfrm>
        </p:spPr>
        <p:txBody>
          <a:bodyPr/>
          <a:lstStyle/>
          <a:p>
            <a:r>
              <a:rPr/>
              <a:t>Differential FDR&lt;0.25</a:t>
            </a:r>
          </a:p>
        </p:txBody>
      </p:sp>
      <p:sp>
        <p:nvSpPr>
          <p:cNvPr id="4" name="Text Placeholder 2"/>
          <p:cNvSpPr>
            <a:spLocks noGrp="1"/>
          </p:cNvSpPr>
          <p:nvPr>
            <p:ph type="body" idx="1"/>
          </p:nvPr>
        </p:nvSpPr>
        <p:spPr>
          <a:xfrm>
            <a:off x="457200" y="776118"/>
            <a:ext cx="4040188" cy="639762"/>
          </a:xfrm>
        </p:spPr>
        <p:txBody>
          <a:bodyPr/>
          <a:lstStyle/>
          <a:p>
            <a:r>
              <a:rPr/>
              <a:t>Complete Set FDR=1</a:t>
            </a:r>
          </a:p>
        </p:txBody>
      </p:sp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cstate="print" r:embed="rId2"/>
          <a:stretch>
            <a:fillRect/>
          </a:stretch>
        </p:blipFill>
        <p:spPr>
          <a:xfrm>
            <a:off x="4645152" y="1426464"/>
            <a:ext cx="4114800" cy="544068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cstate="print" r:embed="rId3"/>
          <a:stretch>
            <a:fillRect/>
          </a:stretch>
        </p:blipFill>
        <p:spPr>
          <a:xfrm>
            <a:off x="457200" y="1426464"/>
            <a:ext cx="4114800" cy="544068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34409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Arial</vt:lpstr>
      <vt:lpstr>Calibri</vt:lpstr>
      <vt:lpstr>Garamond</vt:lpstr>
      <vt:lpstr>Custom Design</vt:lpstr>
    </vt:vector>
  </TitlesOfParts>
  <Company>University of Houston</Company>
  <LinksUpToDate>false</LinksUpToDate>
  <SharedDoc>false</SharedDoc>
  <HyperlinksChanged>false</HyperlinksChanged>
  <AppVersion>16.0009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Badrajee Piyarathna</dc:creator>
  <cp:lastModifiedBy>tanmaygandhi</cp:lastModifiedBy>
  <cp:revision>974</cp:revision>
  <cp:lastPrinted>2016-08-06T16:03:59Z</cp:lastPrinted>
  <dcterms:created xsi:type="dcterms:W3CDTF">2012-05-09T00:27:15Z</dcterms:created>
  <dcterms:modified xsi:type="dcterms:W3CDTF">2023-03-13T16:16:06Z</dcterms:modified>
</cp:coreProperties>
</file>