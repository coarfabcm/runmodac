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268711cfa261b77b1cd402f9ee4d27d24614d28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45fc587c66e3da5df6949001a3a1bfa462bc59f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efd7c874dbf916b4208d4a6696df7734cfcdc5a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29c7dcb1f8dee2d771b7ab62cfd5bf105b339114.jpg"/>
<Relationship Id="rId3" Type="http://schemas.openxmlformats.org/officeDocument/2006/relationships/image" Target="../media/161ce75677dd707e2d14162bbb7f29e7c9c8cfb5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ff228977f1c863c4b7ce532e0550ccf27d01917.jpg"/>
<Relationship Id="rId3" Type="http://schemas.openxmlformats.org/officeDocument/2006/relationships/image" Target="../media/c1cf0bd63625ea83629fbe50c124157a18afd361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Relationship Id="rId3" Type="http://schemas.openxmlformats.org/officeDocument/2006/relationships/image" Target="../media/5ea64c4464ff25adac2e2a5150b4319ede736813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95e271a405ee675c5708d7765ad954f23d507fc.jpg"/>
<Relationship Id="rId3" Type="http://schemas.openxmlformats.org/officeDocument/2006/relationships/image" Target="../media/79a7b161cd7daa9087307450aec7217c0b1731b5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23de7daf5b0fd47ea486fdbbc7e98b1e5cf7ce52.jpg"/>
<Relationship Id="rId3" Type="http://schemas.openxmlformats.org/officeDocument/2006/relationships/image" Target="../media/386c3746538e0c3373ff710f35be5715cd4576f7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7b76c4a4e93fa6a96105ff450690d7c37608886.jpg"/>
<Relationship Id="rId3" Type="http://schemas.openxmlformats.org/officeDocument/2006/relationships/image" Target="../media/f0e8eb02a1146b8a9b2806e275ec62206198fa83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d4a97f0a65ad279f4743fbf351effbc094e29ca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39e7d7b3d5589b9b818b60d4ac43476afe7cafd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 lvl="1"/>
            <a:r>
              <a:rPr/>
              <a:t>3 liver control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AminoAcids was normalized by Internal Standard L-Tryptophan (ISTD) [CV = 0.05]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Liver Control: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Internal Standards Distribution: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2023-08-31T12:25:19Z</dcterms:modified>
</cp:coreProperties>
</file>