
<file path=[Content_Types].xml><?xml version="1.0" encoding="utf-8"?>
<Types xmlns="http://schemas.openxmlformats.org/package/2006/content-types">
  <Default Extension="jpg" ContentType="application/octet-stream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24" d="100"/>
          <a:sy n="124" d="100"/>
        </p:scale>
        <p:origin x="140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3/29/23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3/29/23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Metabolomics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Samples</a:t>
            </a:r>
            <a:r>
              <a:rPr lang="en-US" dirty="0"/>
              <a:t> </a:t>
            </a:r>
            <a:endParaRPr dirty="0"/>
          </a:p>
          <a:p>
            <a:pPr lvl="1"/>
            <a:r>
              <a:rPr dirty="0"/>
              <a:t>39 experimental samples</a:t>
            </a:r>
          </a:p>
          <a:p>
            <a:pPr lvl="1"/>
            <a:r>
              <a:rPr dirty="0"/>
              <a:t>3 liver control samples</a:t>
            </a:r>
          </a:p>
          <a:p>
            <a:r>
              <a:rPr dirty="0"/>
              <a:t>Total of 23 features from 1 methods</a:t>
            </a:r>
          </a:p>
          <a:p>
            <a:pPr lvl="1"/>
            <a:r>
              <a:rPr dirty="0" err="1"/>
              <a:t>AminoAcids</a:t>
            </a:r>
            <a:r>
              <a:rPr dirty="0"/>
              <a:t> was normalized by Internal Standard L-Tryptophan (ISTD) [CV = 0.05]</a:t>
            </a:r>
          </a:p>
          <a:p>
            <a:r>
              <a:rPr dirty="0"/>
              <a:t>Comparisons performed</a:t>
            </a:r>
          </a:p>
          <a:p>
            <a:pPr lvl="1"/>
            <a:r>
              <a:rPr dirty="0"/>
              <a:t>t-test</a:t>
            </a:r>
          </a:p>
          <a:p>
            <a:pPr lvl="2"/>
            <a:r>
              <a:rPr dirty="0" err="1"/>
              <a:t>HFDDam_over_RDDam</a:t>
            </a:r>
            <a:endParaRPr dirty="0"/>
          </a:p>
          <a:p>
            <a:pPr lvl="2"/>
            <a:r>
              <a:rPr dirty="0" err="1"/>
              <a:t>MaleMHFD_over_MaleMRD</a:t>
            </a:r>
            <a:endParaRPr dirty="0"/>
          </a:p>
          <a:p>
            <a:pPr lvl="2"/>
            <a:r>
              <a:rPr dirty="0" err="1"/>
              <a:t>FemMHFD_over_FemMRD</a:t>
            </a:r>
            <a:endParaRPr dirty="0"/>
          </a:p>
          <a:p>
            <a:pPr lvl="1"/>
            <a:r>
              <a:rPr dirty="0" err="1"/>
              <a:t>anova</a:t>
            </a:r>
            <a:endParaRPr dirty="0"/>
          </a:p>
          <a:p>
            <a:pPr lvl="2"/>
            <a:r>
              <a:rPr dirty="0" err="1"/>
              <a:t>RDDam_HFDDam_MaleMRD_MaleMHFD_FemMRD_FemMHFD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QA plots: all_samples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QA plots: AminoAcids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Liver Control: AminoAcids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Internal Standards Distribution: AminoAcids</a:t>
            </a:r>
          </a:p>
        </p:txBody>
      </p:sp>
      <p:pic>
        <p:nvPicPr>
          <p:cNvPr id="3" name="Content Placeholder 2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Raw PCA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t>Complete Set FDR=1</a:t>
            </a:r>
          </a:p>
        </p:txBody>
      </p:sp>
      <p:pic>
        <p:nvPicPr>
          <p:cNvPr id="5" name="Content Placeholder 4"/>
          <p:cNvPicPr>
            <a:picLocks noGrp="1"/>
          </p:cNvPicPr>
          <p:nvPr>
            <p:ph/>
          </p:nvPr>
        </p:nvPicPr>
        <p:blipFill>
          <a:blip r:embed="rId2" cstate="print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/>
          </p:cNvPicPr>
          <p:nvPr>
            <p:ph/>
          </p:nvPr>
        </p:nvPicPr>
        <p:blipFill>
          <a:blip r:embed="rId3" cstate="print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34409</TotalTime>
  <Words>197</Words>
  <Application>Microsoft Macintosh PowerPoint</Application>
  <PresentationFormat>On-screen Show (4:3)</PresentationFormat>
  <Paragraphs>43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Garamond</vt:lpstr>
      <vt:lpstr>Custom Design</vt:lpstr>
      <vt:lpstr>Project Report</vt:lpstr>
      <vt:lpstr>Project Overview</vt:lpstr>
      <vt:lpstr>QA plots: all_samples</vt:lpstr>
      <vt:lpstr>QA plots: AminoAcids</vt:lpstr>
      <vt:lpstr>Liver Control: AminoAcids</vt:lpstr>
      <vt:lpstr>Internal Standards Distribution: AminoAcids</vt:lpstr>
      <vt:lpstr>Comparison HFDDam_over_RDDam</vt:lpstr>
      <vt:lpstr>Comparison MaleMHFD_over_MaleMRD</vt:lpstr>
      <vt:lpstr>Comparison FemMHFD_over_FemMRD</vt:lpstr>
      <vt:lpstr>Comparison RDDam_HFDDam_MaleMRD_MaleMHFD_FemMRD_FemMHFD</vt:lpstr>
      <vt:lpstr>Comparison HFDDam_over_RDDam</vt:lpstr>
      <vt:lpstr>Comparison MaleMHFD_over_MaleMRD</vt:lpstr>
      <vt:lpstr>Comparison FemMHFD_over_FemMRD</vt:lpstr>
      <vt:lpstr>Comparison RDDam_HFDDam_MaleMRD_MaleMHFD_FemMRD_FemMHFD</vt:lpstr>
    </vt:vector>
  </TitlesOfParts>
  <Company>University of Houston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Badrajee Piyarathna</dc:creator>
  <cp:lastModifiedBy>Gandhi, Tanmay</cp:lastModifiedBy>
  <cp:revision>975</cp:revision>
  <cp:lastPrinted>2016-08-06T16:03:59Z</cp:lastPrinted>
  <dcterms:created xsi:type="dcterms:W3CDTF">2012-05-09T00:27:15Z</dcterms:created>
  <dcterms:modified xsi:type="dcterms:W3CDTF">2023-03-30T01:11:27Z</dcterms:modified>
</cp:coreProperties>
</file>