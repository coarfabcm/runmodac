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f261465dea3a6f643db86e6c0230bf5c4ff6298.jpg"/>
<Relationship Id="rId3" Type="http://schemas.openxmlformats.org/officeDocument/2006/relationships/image" Target="../media/1dc44ae87bb287a57d19a4127995d9e37ff5943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78dd490a8af6e3c33e00b652a1c3a51d80c895d1.jpg"/>
<Relationship Id="rId3" Type="http://schemas.openxmlformats.org/officeDocument/2006/relationships/image" Target="../media/cffd9eec3c1462dd9686680f8ef723539a8e2685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fb4fd34d53a83d7f80e49cf362966e89419eb3d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9c9ecf3201eb1592f8f83d2964a34a78361d968.jpg"/>
<Relationship Id="rId3" Type="http://schemas.openxmlformats.org/officeDocument/2006/relationships/image" Target="../media/662668a33367fede29e1e22928c09367333374db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2023-03-13T16:17:08Z</dcterms:modified>
</cp:coreProperties>
</file>