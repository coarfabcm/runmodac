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gif" ContentType="image/gif"/>
  <Default Extension="png" ContentType="image/png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"/>
  </p:notesMasterIdLst>
  <p:handoutMasterIdLst>
    <p:handoutMasterId r:id="rId3"/>
  </p:handoutMasterIdLst>
  <p:sldIdLst xmlns:a="http://schemas.openxmlformats.org/drawingml/2006/main" xmlns:r="http://schemas.openxmlformats.org/officeDocument/2006/relationships" xmlns:p="http://schemas.openxmlformats.org/presentationml/2006/main"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3E95266-8A91-634B-9D8A-82E9C2DFC7E6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98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627"/>
    <p:restoredTop sz="99310" autoAdjust="0"/>
  </p:normalViewPr>
  <p:slideViewPr>
    <p:cSldViewPr snapToGrid="0" snapToObjects="1">
      <p:cViewPr varScale="1">
        <p:scale>
          <a:sx n="131" d="100"/>
          <a:sy n="131" d="100"/>
        </p:scale>
        <p:origin x="130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72"/>
    </p:cViewPr>
  </p:sorterViewPr>
  <p:gridSpacing cx="76200" cy="76200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handoutMaster" Target="handoutMasters/handoutMaster1.xml"/>
<Relationship Id="rId7" Type="http://schemas.openxmlformats.org/officeDocument/2006/relationships/tableStyles" Target="tableStyles.xml"/>
<Relationship Id="rId2" Type="http://schemas.openxmlformats.org/officeDocument/2006/relationships/notesMaster" Target="notesMasters/notesMaster1.xml"/>
<Relationship Id="rId1" Type="http://schemas.openxmlformats.org/officeDocument/2006/relationships/slideMaster" Target="slideMasters/slideMaster1.xml"/>
<Relationship Id="rId6" Type="http://schemas.openxmlformats.org/officeDocument/2006/relationships/theme" Target="theme/theme1.xml"/>
<Relationship Id="rId5" Type="http://schemas.openxmlformats.org/officeDocument/2006/relationships/viewProps" Target="viewProps.xml"/>
<Relationship Id="rId4" Type="http://schemas.openxmlformats.org/officeDocument/2006/relationships/presProps" Target="presProps.xml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Relationship Id="rId11" Type="http://schemas.openxmlformats.org/officeDocument/2006/relationships/slide" Target="slides/slide4.xml"/>
<Relationship Id="rId12" Type="http://schemas.openxmlformats.org/officeDocument/2006/relationships/slide" Target="slides/slide5.xml"/>
<Relationship Id="rId13" Type="http://schemas.openxmlformats.org/officeDocument/2006/relationships/slide" Target="slides/slide6.xml"/>
<Relationship Id="rId14" Type="http://schemas.openxmlformats.org/officeDocument/2006/relationships/slide" Target="slides/slide7.xml"/>
<Relationship Id="rId15" Type="http://schemas.openxmlformats.org/officeDocument/2006/relationships/slide" Target="slides/slide8.xml"/>
<Relationship Id="rId16" Type="http://schemas.openxmlformats.org/officeDocument/2006/relationships/slide" Target="slides/slide9.xml"/>
<Relationship Id="rId17" Type="http://schemas.openxmlformats.org/officeDocument/2006/relationships/slide" Target="slides/slide10.xml"/>
<Relationship Id="rId18" Type="http://schemas.openxmlformats.org/officeDocument/2006/relationships/slide" Target="slides/slide11.xml"/>
<Relationship Id="rId19" Type="http://schemas.openxmlformats.org/officeDocument/2006/relationships/slide" Target="slides/slide12.xml"/>
</Relationships>
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475388-B706-A848-A46B-DDB877936374}" type="datetimeFigureOut">
              <a:rPr lang="en-US" smtClean="0"/>
              <a:t>1/29/18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418B3A-84A4-8742-8380-9258A83A48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40585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587B2F-58BE-554B-B170-DCECE273C696}" type="datetimeFigureOut">
              <a:rPr lang="en-US" smtClean="0"/>
              <a:t>1/29/18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EEF556-E94F-A84A-A7AB-DF543355B8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89830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422822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65923"/>
            <a:ext cx="8229600" cy="5460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E0D961-9B36-6D45-8D8C-1EBEC7A44DA6}"/>
              </a:ext>
            </a:extLst>
          </p:cNvPr>
          <p:cNvCxnSpPr/>
          <p:nvPr userDrawn="1"/>
        </p:nvCxnSpPr>
        <p:spPr>
          <a:xfrm>
            <a:off x="177266" y="661386"/>
            <a:ext cx="8807984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4079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>
              <a:defRPr sz="2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422667"/>
            <a:ext cx="4040188" cy="470349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22667"/>
            <a:ext cx="4041775" cy="470349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85DF1B7-1ED9-3543-A017-68BCC855D1DE}"/>
              </a:ext>
            </a:extLst>
          </p:cNvPr>
          <p:cNvCxnSpPr/>
          <p:nvPr userDrawn="1"/>
        </p:nvCxnSpPr>
        <p:spPr>
          <a:xfrm>
            <a:off x="177266" y="661386"/>
            <a:ext cx="8807984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5152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665924"/>
            <a:ext cx="8229600" cy="5460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8003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5" r:id="rId3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3200" kern="1200">
          <a:solidFill>
            <a:schemeClr val="tx1"/>
          </a:solidFill>
          <a:latin typeface="Garamond" panose="02020404030301010803" pitchFamily="18" charset="0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file15b89a51a333.jpg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file15b8975b16e8f.jpg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file15b8953d1aaa6.jpg"/>
<Relationship Id="rId3" Type="http://schemas.openxmlformats.org/officeDocument/2006/relationships/image" Target="../media/file15b896a1aa347.jpg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file15b897ad5c0bc.jpg"/>
<Relationship Id="rId3" Type="http://schemas.openxmlformats.org/officeDocument/2006/relationships/image" Target="../media/file15b896760b5a4.jpg"/>
</Relationships>

</file>

<file path=ppt/slides/_rels/slide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file15b897e355701.jpg"/>
<Relationship Id="rId3" Type="http://schemas.openxmlformats.org/officeDocument/2006/relationships/image" Target="../media/file15b895fe34362.jpg"/>
</Relationships>

</file>

<file path=ppt/slides/_rels/slide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file15b89415d081c.jpg"/>
<Relationship Id="rId3" Type="http://schemas.openxmlformats.org/officeDocument/2006/relationships/image" Target="../media/file15b8942bf87ca.jpg"/>
</Relationships>

</file>

<file path=ppt/slides/_rels/slide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file15b892c6c0102.jpg"/>
<Relationship Id="rId3" Type="http://schemas.openxmlformats.org/officeDocument/2006/relationships/image" Target="../media/file15b8966b64116.jpg"/>
</Relationships>

</file>

<file path=ppt/slides/_rels/slide1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file15b89476b4008.jpg"/>
<Relationship Id="rId3" Type="http://schemas.openxmlformats.org/officeDocument/2006/relationships/image" Target="../media/file15b895238f1d9.jpg"/>
</Relationships>

</file>

<file path=ppt/slides/_rels/slide1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file15b89188e07bb.jpg"/>
</Relationships>

</file>

<file path=ppt/slides/_rels/slide1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file15b89149d9295.jpg"/>
<Relationship Id="rId3" Type="http://schemas.openxmlformats.org/officeDocument/2006/relationships/image" Target="../media/file15b8975027ec5.jp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/>
              <a:t>Project Report</a:t>
            </a:r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/>
              <a:t>Example w/ Transposed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Project Overview</a:t>
            </a:r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65923"/>
            <a:ext cx="8229600" cy="5460240"/>
          </a:xfrm>
        </p:spPr>
        <p:txBody>
          <a:bodyPr/>
          <a:lstStyle/>
          <a:p>
            <a:pPr/>
            <a:r>
              <a:rPr/>
              <a:t>Samples</a:t>
            </a:r>
          </a:p>
          <a:p>
            <a:pPr lvl="1"/>
            <a:r>
              <a:rPr/>
              <a:t>39 experimental samples</a:t>
            </a:r>
          </a:p>
          <a:p>
            <a:pPr/>
            <a:r>
              <a:rPr/>
              <a:t>Total of 23 features from 1 methods</a:t>
            </a:r>
          </a:p>
          <a:p>
            <a:pPr lvl="1"/>
            <a:r>
              <a:rPr/>
              <a:t>Data was prenormalized</a:t>
            </a:r>
          </a:p>
          <a:p>
            <a:pPr/>
            <a:r>
              <a:rPr/>
              <a:t>Comparisons performed</a:t>
            </a:r>
          </a:p>
          <a:p>
            <a:pPr lvl="1"/>
            <a:r>
              <a:rPr/>
              <a:t>t-test</a:t>
            </a:r>
          </a:p>
          <a:p>
            <a:pPr lvl="2"/>
            <a:r>
              <a:rPr/>
              <a:t>HFDDam_over_RDDam</a:t>
            </a:r>
          </a:p>
          <a:p>
            <a:pPr lvl="2"/>
            <a:r>
              <a:rPr/>
              <a:t>MaleMHFD_over_MaleMRD</a:t>
            </a:r>
          </a:p>
          <a:p>
            <a:pPr lvl="2"/>
            <a:r>
              <a:rPr/>
              <a:t>FemMHFD_over_FemMRD</a:t>
            </a:r>
          </a:p>
          <a:p>
            <a:pPr lvl="1"/>
            <a:r>
              <a:rPr/>
              <a:t>anova</a:t>
            </a:r>
          </a:p>
          <a:p>
            <a:pPr lvl="2"/>
            <a:r>
              <a:rPr/>
              <a:t>MaleMRD_MaleMHFD_FemMRD_FemMHFD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QA plots: all_samples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3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9144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QA plots: method1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3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9144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HFDDam_over_RDDam</a:t>
            </a:r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Normalized PCA</a:t>
            </a:r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Raw PCA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4114800" cy="3886200"/>
          </a:xfrm>
          <a:prstGeom prst="rect">
            <a:avLst/>
          </a:prstGeom>
        </p:spPr>
      </p:pic>
      <p:pic xmlns:a="http://schemas.openxmlformats.org/drawingml/2006/main" xmlns:r="http://schemas.openxmlformats.org/officeDocument/2006/relationships" xmlns:p="http://schemas.openxmlformats.org/presentationml/2006/main"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3"/>
          <a:stretch>
            <a:fillRect/>
          </a:stretch>
        </p:blipFill>
        <p:spPr>
          <a:xfrm>
            <a:off x="457200" y="1426464"/>
            <a:ext cx="41148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MaleMHFD_over_MaleMRD</a:t>
            </a:r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Normalized PCA</a:t>
            </a:r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Raw PCA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4114800" cy="3886200"/>
          </a:xfrm>
          <a:prstGeom prst="rect">
            <a:avLst/>
          </a:prstGeom>
        </p:spPr>
      </p:pic>
      <p:pic xmlns:a="http://schemas.openxmlformats.org/drawingml/2006/main" xmlns:r="http://schemas.openxmlformats.org/officeDocument/2006/relationships" xmlns:p="http://schemas.openxmlformats.org/presentationml/2006/main"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3"/>
          <a:stretch>
            <a:fillRect/>
          </a:stretch>
        </p:blipFill>
        <p:spPr>
          <a:xfrm>
            <a:off x="457200" y="1426464"/>
            <a:ext cx="41148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FemMHFD_over_FemMRD</a:t>
            </a:r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Normalized PCA</a:t>
            </a:r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Raw PCA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4114800" cy="3886200"/>
          </a:xfrm>
          <a:prstGeom prst="rect">
            <a:avLst/>
          </a:prstGeom>
        </p:spPr>
      </p:pic>
      <p:pic xmlns:a="http://schemas.openxmlformats.org/drawingml/2006/main" xmlns:r="http://schemas.openxmlformats.org/officeDocument/2006/relationships" xmlns:p="http://schemas.openxmlformats.org/presentationml/2006/main"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3"/>
          <a:stretch>
            <a:fillRect/>
          </a:stretch>
        </p:blipFill>
        <p:spPr>
          <a:xfrm>
            <a:off x="457200" y="1426464"/>
            <a:ext cx="41148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MaleMRD_MaleMHFD_FemMRD_FemMHFD</a:t>
            </a:r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Normalized PCA</a:t>
            </a:r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Raw PCA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4114800" cy="3886200"/>
          </a:xfrm>
          <a:prstGeom prst="rect">
            <a:avLst/>
          </a:prstGeom>
        </p:spPr>
      </p:pic>
      <p:pic xmlns:a="http://schemas.openxmlformats.org/drawingml/2006/main" xmlns:r="http://schemas.openxmlformats.org/officeDocument/2006/relationships" xmlns:p="http://schemas.openxmlformats.org/presentationml/2006/main"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3"/>
          <a:stretch>
            <a:fillRect/>
          </a:stretch>
        </p:blipFill>
        <p:spPr>
          <a:xfrm>
            <a:off x="457200" y="1426464"/>
            <a:ext cx="41148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HFDDam_over_RDDam</a:t>
            </a:r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Differential FDR&lt;0.25</a:t>
            </a:r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Complete Set FDR=1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4114800" cy="5440680"/>
          </a:xfrm>
          <a:prstGeom prst="rect">
            <a:avLst/>
          </a:prstGeom>
        </p:spPr>
      </p:pic>
      <p:pic xmlns:a="http://schemas.openxmlformats.org/drawingml/2006/main" xmlns:r="http://schemas.openxmlformats.org/officeDocument/2006/relationships" xmlns:p="http://schemas.openxmlformats.org/presentationml/2006/main"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3"/>
          <a:stretch>
            <a:fillRect/>
          </a:stretch>
        </p:blipFill>
        <p:spPr>
          <a:xfrm>
            <a:off x="457200" y="1426464"/>
            <a:ext cx="411480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MaleMHFD_over_MaleMRD</a:t>
            </a:r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Differential FDR&lt;0.25</a:t>
            </a:r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Complete Set FDR=1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4114800" cy="5440680"/>
          </a:xfrm>
          <a:prstGeom prst="rect">
            <a:avLst/>
          </a:prstGeom>
        </p:spPr>
      </p:pic>
      <p:pic xmlns:a="http://schemas.openxmlformats.org/drawingml/2006/main" xmlns:r="http://schemas.openxmlformats.org/officeDocument/2006/relationships" xmlns:p="http://schemas.openxmlformats.org/presentationml/2006/main"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3"/>
          <a:stretch>
            <a:fillRect/>
          </a:stretch>
        </p:blipFill>
        <p:spPr>
          <a:xfrm>
            <a:off x="457200" y="1426464"/>
            <a:ext cx="411480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FemMHFD_over_FemMRD</a:t>
            </a:r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Differential FDR&lt;0.25</a:t>
            </a:r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Complete Set FDR=1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1426464"/>
            <a:ext cx="411480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MaleMRD_MaleMHFD_FemMRD_FemMHFD</a:t>
            </a:r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Differential FDR&lt;0.25</a:t>
            </a:r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Complete Set FDR=1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4114800" cy="5440680"/>
          </a:xfrm>
          <a:prstGeom prst="rect">
            <a:avLst/>
          </a:prstGeom>
        </p:spPr>
      </p:pic>
      <p:pic xmlns:a="http://schemas.openxmlformats.org/drawingml/2006/main" xmlns:r="http://schemas.openxmlformats.org/officeDocument/2006/relationships" xmlns:p="http://schemas.openxmlformats.org/presentationml/2006/main"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3"/>
          <a:stretch>
            <a:fillRect/>
          </a:stretch>
        </p:blipFill>
        <p:spPr>
          <a:xfrm>
            <a:off x="457200" y="1426464"/>
            <a:ext cx="4114800" cy="5440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34409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Garamond</vt:lpstr>
      <vt:lpstr>Custom Design</vt:lpstr>
    </vt:vector>
  </TitlesOfParts>
  <Company>University of Houston</Company>
  <LinksUpToDate>false</LinksUpToDate>
  <SharedDoc>false</SharedDoc>
  <HyperlinksChanged>false</HyperlinksChanged>
  <AppVersion>16.0009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Badrajee Piyarathna</dc:creator>
  <cp:lastModifiedBy>tanmaygandhi</cp:lastModifiedBy>
  <cp:revision>974</cp:revision>
  <cp:lastPrinted>2016-08-06T16:03:59Z</cp:lastPrinted>
  <dcterms:created xsi:type="dcterms:W3CDTF">2012-05-09T00:27:15Z</dcterms:created>
  <dcterms:modified xsi:type="dcterms:W3CDTF">2023-03-29T20:07:57Z</dcterms:modified>
</cp:coreProperties>
</file>