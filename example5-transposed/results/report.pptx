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9c7dcb1f8dee2d771b7ab62cfd5bf105b339114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ff228977f1c863c4b7ce532e0550ccf27d01917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95e271a405ee675c5708d7765ad954f23d507fc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faadb5664b7c821009888df8da14e7922beef26.jpg"/>
<Relationship Id="rId3" Type="http://schemas.openxmlformats.org/officeDocument/2006/relationships/image" Target="../media/e82033dd484f9354e1d711c350cb8fdb07a454ed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c35558d21425ee9e5fec3ce67065ed86b053307.jpg"/>
<Relationship Id="rId3" Type="http://schemas.openxmlformats.org/officeDocument/2006/relationships/image" Target="../media/606c85615b52d245c1b7a20086d3e8f65718201d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5afbe7cfda2ce6efd8b471709888363d6e012f0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Example w/ Transposed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2023-08-31T12:27:15Z</dcterms:modified>
</cp:coreProperties>
</file>