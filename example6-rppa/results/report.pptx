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 xmlns:a="http://schemas.openxmlformats.org/drawingml/2006/main" xmlns:r="http://schemas.openxmlformats.org/officeDocument/2006/relationships" xmlns:p="http://schemas.openxmlformats.org/presentationml/2006/main">
    <p:sldId id="256" r:id="rId8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1f1e747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ile15b89871ca81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66a5df7b.jpg"/>
<Relationship Id="rId3" Type="http://schemas.openxmlformats.org/officeDocument/2006/relationships/image" Target="../media/file15b8913f338e3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ile15b89451bc950.jpg"/>
<Relationship Id="rId3" Type="http://schemas.openxmlformats.org/officeDocument/2006/relationships/image" Target="../media/file15b89233dc6a2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RPPA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300 experimental samples</a:t>
            </a:r>
          </a:p>
          <a:p>
            <a:pPr/>
            <a:r>
              <a:rPr/>
              <a:t>Total of 208 features from 1 methods</a:t>
            </a:r>
          </a:p>
          <a:p>
            <a:pPr lvl="1"/>
            <a:r>
              <a:rPr/>
              <a:t>Data was log2 transformed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WT_7d_MC_CO_over_CO_CO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rppa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r="http://schemas.openxmlformats.org/officeDocument/2006/relationships" xmlns:p="http://schemas.openxmlformats.org/presentationml/2006/main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 xmlns:a="http://schemas.openxmlformats.org/drawingml/2006/main" xmlns:r="http://schemas.openxmlformats.org/officeDocument/2006/relationships" xmlns:p="http://schemas.openxmlformats.org/presentationml/2006/main"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 xmlns:a="http://schemas.openxmlformats.org/drawingml/2006/main" xmlns:r="http://schemas.openxmlformats.org/officeDocument/2006/relationships" xmlns:p="http://schemas.openxmlformats.org/presentationml/2006/main"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 xmlns:p="http://schemas.openxmlformats.org/presentationml/2006/main"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2023-03-29T20:08:10Z</dcterms:modified>
</cp:coreProperties>
</file>