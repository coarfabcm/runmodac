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4f2d8599ca99a351ced46bea400df2a8bc5e7a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7e9387246346027522730202ece8ceaa8b02845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d8218aa254b7007199ff1bc9f0c8ee37601ab40.jpg"/>
<Relationship Id="rId3" Type="http://schemas.openxmlformats.org/officeDocument/2006/relationships/image" Target="../media/8fb3c11b42e08633e52dae67c69dffc1c74a4723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5884d825eff81a09fa83e303f9ba270afd02c56.jpg"/>
<Relationship Id="rId3" Type="http://schemas.openxmlformats.org/officeDocument/2006/relationships/image" Target="../media/13d0126f21246517a5152406875cd68e7b005075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RPPA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300 experimental samples</a:t>
            </a:r>
          </a:p>
          <a:p>
            <a:pPr/>
            <a:r>
              <a:rPr/>
              <a:t>Total of 208 features from 1 methods</a:t>
            </a:r>
          </a:p>
          <a:p>
            <a:pPr lvl="1"/>
            <a:r>
              <a:rPr/>
              <a:t>Data was log2 transformed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WT_7d_MC_CO_over_CO_CO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rppa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WT_7d_MC_CO_over_CO_CO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pval&lt;0.05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pval=1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2023-08-31T12:27:43Z</dcterms:modified>
</cp:coreProperties>
</file>