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2db821243b94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2db851c3828b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2db87aaf9d9c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2db81f94abb1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599401a9.jpg"/>
<Relationship Id="rId3" Type="http://schemas.openxmlformats.org/officeDocument/2006/relationships/image" Target="../media/file12db83f92c31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5bc44700.jpg"/>
<Relationship Id="rId3" Type="http://schemas.openxmlformats.org/officeDocument/2006/relationships/image" Target="../media/file12db833118011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41eef648.jpg"/>
<Relationship Id="rId3" Type="http://schemas.openxmlformats.org/officeDocument/2006/relationships/image" Target="../media/file12db82f6b12c9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1e9e6271.jpg"/>
<Relationship Id="rId3" Type="http://schemas.openxmlformats.org/officeDocument/2006/relationships/image" Target="../media/file12db83050f86b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13e55195.jpg"/>
<Relationship Id="rId3" Type="http://schemas.openxmlformats.org/officeDocument/2006/relationships/image" Target="../media/file12db8344f1767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34898605.jpg"/>
<Relationship Id="rId3" Type="http://schemas.openxmlformats.org/officeDocument/2006/relationships/image" Target="../media/file12db830bdcd35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7ceb6b92.jp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2db843e37e50.jpg"/>
<Relationship Id="rId3" Type="http://schemas.openxmlformats.org/officeDocument/2006/relationships/image" Target="../media/file12db8c79d90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3 liver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Internal Standard L-Tryptophan (ISTD) [CV = 0.05]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AminoAcids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2023-04-24T02:08:16Z</dcterms:modified>
</cp:coreProperties>
</file>