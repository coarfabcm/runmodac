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75016878c8ce33db3ee13981b1fdb0f29300d2a8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e52cbb8e98fb8a285fdd8a5456e0b775b6366c0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2e76e949d68984e5027bda190c40588dc27b9dc0.jpg"/>
<Relationship Id="rId3" Type="http://schemas.openxmlformats.org/officeDocument/2006/relationships/image" Target="../media/f8d5716af6d37c9516d431136774cad30ec0b98f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300 experimental samples</a:t>
            </a:r>
          </a:p>
          <a:p>
            <a:pPr/>
            <a:r>
              <a:rPr/>
              <a:t>Total of 208 features from 1 methods</a:t>
            </a:r>
          </a:p>
          <a:p>
            <a:pPr lvl="1"/>
            <a:r>
              <a:rPr/>
              <a:t>Data was log2 transformed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WT_7d_MC_CO_over_CO_CO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rppa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WT_7d_MC_CO_over_CO_CO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3977640" cy="512064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397764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2023-03-13T16:03:10Z</dcterms:modified>
</cp:coreProperties>
</file>