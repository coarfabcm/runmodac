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 xmlns:a="http://schemas.openxmlformats.org/drawingml/2006/main" xmlns:r="http://schemas.openxmlformats.org/officeDocument/2006/relationships" xmlns:p="http://schemas.openxmlformats.org/presentationml/2006/main"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ee92a17b7dc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ee921b27d1b1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ee925337c964.jpg"/>
<Relationship Id="rId3" Type="http://schemas.openxmlformats.org/officeDocument/2006/relationships/image" Target="../media/fileee927386eeea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ee921faf7fe7.jpg"/>
<Relationship Id="rId3" Type="http://schemas.openxmlformats.org/officeDocument/2006/relationships/image" Target="../media/fileee923af626f1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ee927676b674.jpg"/>
<Relationship Id="rId3" Type="http://schemas.openxmlformats.org/officeDocument/2006/relationships/image" Target="../media/fileee926bc4b66e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ee923fa52708.jpg"/>
<Relationship Id="rId3" Type="http://schemas.openxmlformats.org/officeDocument/2006/relationships/image" Target="../media/fileee9273a59edc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ee927e60b8d4.jpg"/>
<Relationship Id="rId3" Type="http://schemas.openxmlformats.org/officeDocument/2006/relationships/image" Target="../media/fileee926a71e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ee9234c5a295.jpg"/>
<Relationship Id="rId3" Type="http://schemas.openxmlformats.org/officeDocument/2006/relationships/image" Target="../media/fileee921b34ff44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ee923462d750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ee924525e00e.jpg"/>
<Relationship Id="rId3" Type="http://schemas.openxmlformats.org/officeDocument/2006/relationships/image" Target="../media/fileee923998da99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 [prenormalized]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Data was prenormalized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HFDDam_over_RDDam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</a:t>
            </a:r>
          </a:p>
          <a:p>
            <a:pPr lvl="2"/>
            <a:r>
              <a:rPr/>
              <a:t>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method1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MaleMRD_MaleMHFD_FemMRD_FemMHFD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MaleMRD_MaleMHFD_FemMRD_FemMHFD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2023-04-10T12:05:01Z</dcterms:modified>
</cp:coreProperties>
</file>