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ebca036b7463042551203a2400392c34f64675d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2268711cfa261b77b1cd402f9ee4d27d24614d28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45fc587c66e3da5df6949001a3a1bfa462bc59f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1efd7c874dbf916b4208d4a6696df7734cfcdc5a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6c1e255212d4e0d271ec784926f379ffea99e12.jpg"/>
<Relationship Id="rId3" Type="http://schemas.openxmlformats.org/officeDocument/2006/relationships/image" Target="../media/fc0dc58e6673c1837f5b2aabbbf9c464a987a57d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375fa204920bcd70285dbd4314976e7da68a693.jpg"/>
<Relationship Id="rId3" Type="http://schemas.openxmlformats.org/officeDocument/2006/relationships/image" Target="../media/7d88d88c48bde8e4f78631c93b2c7697a77169ff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a875531656f1b0e5dd2b8cd7f444a729ded9dfd4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93f06be543ab1904402362d3fd731f61e81a0591.jpg"/>
<Relationship Id="rId3" Type="http://schemas.openxmlformats.org/officeDocument/2006/relationships/image" Target="../media/22d2767f9ce13de835a044b55e4ce9cb7f3c5a20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 lvl="1"/>
            <a:r>
              <a:rPr/>
              <a:t>3 liver control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AminoAcids was normalized by Internal Standard L-Tryptophan (ISTD) [CV = 0.05]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HFDDam_over_RDDam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</a:t>
            </a:r>
          </a:p>
          <a:p>
            <a:pPr lvl="2"/>
            <a:r>
              <a:rPr/>
              <a:t>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Liver Control: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Internal Standards Distribution: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3977640" cy="512064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3977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3977640" cy="512064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3977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3977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3977640" cy="512064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397764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2023-03-13T16:02:57Z</dcterms:modified>
</cp:coreProperties>
</file>