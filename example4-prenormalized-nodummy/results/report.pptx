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 xmlns:a="http://schemas.openxmlformats.org/drawingml/2006/main" xmlns:r="http://schemas.openxmlformats.org/officeDocument/2006/relationships" xmlns:p="http://schemas.openxmlformats.org/presentationml/2006/main"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ee9264742caf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ee92721c8af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3afe5cd1.jpg"/>
<Relationship Id="rId3" Type="http://schemas.openxmlformats.org/officeDocument/2006/relationships/image" Target="../media/fileee92117fbb9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58f542c8.jpg"/>
<Relationship Id="rId3" Type="http://schemas.openxmlformats.org/officeDocument/2006/relationships/image" Target="../media/fileee924df38618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2ee8b9a3.jpg"/>
<Relationship Id="rId3" Type="http://schemas.openxmlformats.org/officeDocument/2006/relationships/image" Target="../media/fileee9230f39464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47934a57.jpg"/>
<Relationship Id="rId3" Type="http://schemas.openxmlformats.org/officeDocument/2006/relationships/image" Target="../media/fileee9216f5ba77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5ea4e667.jpg"/>
<Relationship Id="rId3" Type="http://schemas.openxmlformats.org/officeDocument/2006/relationships/image" Target="../media/fileee921c12a4bc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bfd410a.jpg"/>
<Relationship Id="rId3" Type="http://schemas.openxmlformats.org/officeDocument/2006/relationships/image" Target="../media/fileee921fb8fdac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2a163779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ee921893fe85.jpg"/>
<Relationship Id="rId3" Type="http://schemas.openxmlformats.org/officeDocument/2006/relationships/image" Target="../media/fileee921c2ada5e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2023-04-10T12:06:49Z</dcterms:modified>
</cp:coreProperties>
</file>