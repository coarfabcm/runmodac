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Badrajee Piyarathna</dc:creator>
  <cp:lastModifiedBy>Robertson, Matthew J</cp:lastModifiedBy>
  <cp:revision>974</cp:revision>
  <cp:lastPrinted>2016-08-06T16:03:59Z</cp:lastPrinted>
  <dcterms:created xsi:type="dcterms:W3CDTF">2012-05-09T00:27:15Z</dcterms:created>
  <dcterms:modified xsi:type="dcterms:W3CDTF">2018-01-29T22:01:09Z</dcterms:modified>
</cp:coreProperties>
</file>