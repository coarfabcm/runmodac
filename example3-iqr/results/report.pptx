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 xmlns:a="http://schemas.openxmlformats.org/drawingml/2006/main" xmlns:r="http://schemas.openxmlformats.org/officeDocument/2006/relationships" xmlns:p="http://schemas.openxmlformats.org/presentationml/2006/main"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5b8952baaac2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5b895d20d0fc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5b8915788028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1a25cd1b.jpg"/>
<Relationship Id="rId3" Type="http://schemas.openxmlformats.org/officeDocument/2006/relationships/image" Target="../media/file15b8927bcb506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5610b14b.jpg"/>
<Relationship Id="rId3" Type="http://schemas.openxmlformats.org/officeDocument/2006/relationships/image" Target="../media/file15b8961e7df11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3de6074e.jpg"/>
<Relationship Id="rId3" Type="http://schemas.openxmlformats.org/officeDocument/2006/relationships/image" Target="../media/file15b8948e9b1a1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668ce66c.jpg"/>
<Relationship Id="rId3" Type="http://schemas.openxmlformats.org/officeDocument/2006/relationships/image" Target="../media/file15b892c6bf10d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629ea343.jpg"/>
<Relationship Id="rId3" Type="http://schemas.openxmlformats.org/officeDocument/2006/relationships/image" Target="../media/file15b891cf0b64a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7f4fc31d.jpg"/>
<Relationship Id="rId3" Type="http://schemas.openxmlformats.org/officeDocument/2006/relationships/image" Target="../media/file15b894d92e637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67484caa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3ba161df.jpg"/>
<Relationship Id="rId3" Type="http://schemas.openxmlformats.org/officeDocument/2006/relationships/image" Target="../media/file15b896020960e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[IQR]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IQR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Liver Control: AminoAcids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2023-03-29T20:07:21Z</dcterms:modified>
</cp:coreProperties>
</file>