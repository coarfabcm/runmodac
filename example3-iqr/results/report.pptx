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officeDocument/2006/relationships/extended-properties" Target="docProps/app.xml"/>
<Relationship Id="rId2" Type="http://schemas.openxmlformats.org/package/2006/relationships/metadata/core-properties" Target="docProps/core.xml"/>
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"/>
  </p:notesMasterIdLst>
  <p:handoutMasterIdLst>
    <p:handoutMasterId r:id="rId3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3E95266-8A91-634B-9D8A-82E9C2DFC7E6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98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627"/>
    <p:restoredTop sz="99310" autoAdjust="0"/>
  </p:normalViewPr>
  <p:slideViewPr>
    <p:cSldViewPr snapToGrid="0" snapToObjects="1">
      <p:cViewPr varScale="1">
        <p:scale>
          <a:sx n="131" d="100"/>
          <a:sy n="131" d="100"/>
        </p:scale>
        <p:origin x="130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2"/>
    </p:cViewPr>
  </p:sorter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handoutMaster" Target="handoutMasters/handoutMaster1.xml"/>
<Relationship Id="rId7" Type="http://schemas.openxmlformats.org/officeDocument/2006/relationships/tableStyles" Target="tableStyles.xml"/>
<Relationship Id="rId2" Type="http://schemas.openxmlformats.org/officeDocument/2006/relationships/notesMaster" Target="notesMasters/notesMaster1.xml"/>
<Relationship Id="rId1" Type="http://schemas.openxmlformats.org/officeDocument/2006/relationships/slideMaster" Target="slideMasters/slideMaster1.xml"/>
<Relationship Id="rId6" Type="http://schemas.openxmlformats.org/officeDocument/2006/relationships/theme" Target="theme/theme1.xml"/>
<Relationship Id="rId5" Type="http://schemas.openxmlformats.org/officeDocument/2006/relationships/viewProps" Target="viewProps.xml"/>
<Relationship Id="rId4" Type="http://schemas.openxmlformats.org/officeDocument/2006/relationships/presProps" Target="presProps.xml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Relationship Id="rId15" Type="http://schemas.openxmlformats.org/officeDocument/2006/relationships/slide" Target="slides/slide8.xml"/>
<Relationship Id="rId16" Type="http://schemas.openxmlformats.org/officeDocument/2006/relationships/slide" Target="slides/slide9.xml"/>
<Relationship Id="rId17" Type="http://schemas.openxmlformats.org/officeDocument/2006/relationships/slide" Target="slides/slide10.xml"/>
<Relationship Id="rId18" Type="http://schemas.openxmlformats.org/officeDocument/2006/relationships/slide" Target="slides/slide11.xml"/>
<Relationship Id="rId19" Type="http://schemas.openxmlformats.org/officeDocument/2006/relationships/slide" Target="slides/slide12.xml"/>
<Relationship Id="rId20" Type="http://schemas.openxmlformats.org/officeDocument/2006/relationships/slide" Target="slides/slide13.xml"/>
</Relationships>
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475388-B706-A848-A46B-DDB877936374}" type="datetimeFigureOut">
              <a:rPr lang="en-US" smtClean="0"/>
              <a:t>1/29/18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418B3A-84A4-8742-8380-9258A83A48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40585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587B2F-58BE-554B-B170-DCECE273C696}" type="datetimeFigureOut">
              <a:rPr lang="en-US" smtClean="0"/>
              <a:t>1/29/18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EEF556-E94F-A84A-A7AB-DF543355B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89830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422822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65923"/>
            <a:ext cx="8229600" cy="5460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E0D961-9B36-6D45-8D8C-1EBEC7A44DA6}"/>
              </a:ext>
            </a:extLst>
          </p:cNvPr>
          <p:cNvCxnSpPr/>
          <p:nvPr userDrawn="1"/>
        </p:nvCxnSpPr>
        <p:spPr>
          <a:xfrm>
            <a:off x="177266" y="661386"/>
            <a:ext cx="8807984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4079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2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422667"/>
            <a:ext cx="4040188" cy="470349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22667"/>
            <a:ext cx="4041775" cy="470349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5DF1B7-1ED9-3543-A017-68BCC855D1DE}"/>
              </a:ext>
            </a:extLst>
          </p:cNvPr>
          <p:cNvCxnSpPr/>
          <p:nvPr userDrawn="1"/>
        </p:nvCxnSpPr>
        <p:spPr>
          <a:xfrm>
            <a:off x="177266" y="661386"/>
            <a:ext cx="8807984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5152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665924"/>
            <a:ext cx="8229600" cy="5460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8003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5" r:id="rId3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3200" kern="1200">
          <a:solidFill>
            <a:schemeClr val="tx1"/>
          </a:solidFill>
          <a:latin typeface="Garamond" panose="02020404030301010803" pitchFamily="18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679d6700d7e23bf7837f56d0d216c522864ed449.jpg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3c479ce48560851e69eeeb98681289115832d36f.jpg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26ac1df7dce332bc716c870d1c3b411768891bc4.jpg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3f9aa48f1d9ba9311b917a35166b411c2bd7c78d.jpg"/>
<Relationship Id="rId3" Type="http://schemas.openxmlformats.org/officeDocument/2006/relationships/image" Target="../media/33d28021c5ab6b28043cac771598daac1e076a77.jpg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571dbe57be9147b112ee4753a1ea5c2fc4baf59f.jpg"/>
<Relationship Id="rId3" Type="http://schemas.openxmlformats.org/officeDocument/2006/relationships/image" Target="../media/3e81e66d042d6e9e84790cc286a77083de96bbaa.jpg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b1eea4fee9e7537737fc60bf3e4d10a85d18d2ed.jpg"/>
<Relationship Id="rId3" Type="http://schemas.openxmlformats.org/officeDocument/2006/relationships/image" Target="../media/612499aa9399a27df8bdd5e66e3f986fafb18109.jpg"/>
</Relationships>

</file>

<file path=ppt/slides/_rels/slide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ed0a5448140109f5ed5ee36ae146444513464cd1.jpg"/>
<Relationship Id="rId3" Type="http://schemas.openxmlformats.org/officeDocument/2006/relationships/image" Target="../media/31705e42654a7b22cfb043a5bb0f6a4729fecf94.jpg"/>
</Relationships>

</file>

<file path=ppt/slides/_rels/slide1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e5f48c5af0a22febd6d194314b975b001601b68e.jpg"/>
<Relationship Id="rId3" Type="http://schemas.openxmlformats.org/officeDocument/2006/relationships/image" Target="../media/612d752d90f7a3784ee1446782ef38de51c09f41.jpg"/>
</Relationships>

</file>

<file path=ppt/slides/_rels/slide1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344b88ffb9ddaa2e35df9780feb00c4a8cdf9a42.jpg"/>
<Relationship Id="rId3" Type="http://schemas.openxmlformats.org/officeDocument/2006/relationships/image" Target="../media/504c9de564059deee5e65f8a027aa4c6501060e2.jpg"/>
</Relationships>

</file>

<file path=ppt/slides/_rels/slide1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a109f3990816945d7efeeed520a2f12fbc27e3ae.jpg"/>
</Relationships>

</file>

<file path=ppt/slides/_rels/slide1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2ad729eec660881bed0352c2ca1144410efdb1cb.jpg"/>
<Relationship Id="rId3" Type="http://schemas.openxmlformats.org/officeDocument/2006/relationships/image" Target="../media/87d9dfaa44fa7c5037eb3e0a02c959b61162aac7.jp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/>
              <a:t>Project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/>
              <a:t>Metabolomics Analysis [IQR]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65923"/>
            <a:ext cx="8229600" cy="5460240"/>
          </a:xfrm>
        </p:spPr>
        <p:txBody>
          <a:bodyPr/>
          <a:lstStyle/>
          <a:p>
            <a:pPr/>
            <a:r>
              <a:rPr/>
              <a:t>Samples</a:t>
            </a:r>
          </a:p>
          <a:p>
            <a:pPr lvl="1"/>
            <a:r>
              <a:rPr/>
              <a:t>39 experimental samples</a:t>
            </a:r>
          </a:p>
          <a:p>
            <a:pPr/>
            <a:r>
              <a:rPr/>
              <a:t>Total of 23 features from 1 methods</a:t>
            </a:r>
          </a:p>
          <a:p>
            <a:pPr lvl="1"/>
            <a:r>
              <a:rPr/>
              <a:t>AminoAcids was normalized by IQR</a:t>
            </a:r>
          </a:p>
          <a:p>
            <a:pPr/>
            <a:r>
              <a:rPr/>
              <a:t>Comparisons performed</a:t>
            </a:r>
          </a:p>
          <a:p>
            <a:pPr lvl="1"/>
            <a:r>
              <a:rPr/>
              <a:t>t-test</a:t>
            </a:r>
          </a:p>
          <a:p>
            <a:pPr lvl="2"/>
            <a:r>
              <a:rPr/>
              <a:t>HFDDam_over_RDDam</a:t>
            </a:r>
          </a:p>
          <a:p>
            <a:pPr lvl="2"/>
            <a:r>
              <a:rPr/>
              <a:t>MaleMHFD_over_MaleMRD</a:t>
            </a:r>
          </a:p>
          <a:p>
            <a:pPr lvl="2"/>
            <a:r>
              <a:rPr/>
              <a:t>FemMHFD_over_FemMRD</a:t>
            </a:r>
          </a:p>
          <a:p>
            <a:pPr lvl="1"/>
            <a:r>
              <a:rPr/>
              <a:t>anova</a:t>
            </a:r>
          </a:p>
          <a:p>
            <a:pPr lvl="2"/>
            <a:r>
              <a:rPr/>
              <a:t>MaleMRD_MaleMHFD_FemMRD_FemMHFD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QA plots: all_samples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9144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QA plots: AminoAcids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9144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Liver Control: AminoAcids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9144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HFDDam_over_RDDam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Normalized PCA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Raw PCA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388620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MaleMHFD_over_MaleMRD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Normalized PCA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Raw PCA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388620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FemMHFD_over_FemMRD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Normalized PCA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Raw PCA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388620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MaleMRD_MaleMHFD_FemMRD_FemMHFD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Normalized PCA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Raw PCA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388620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HFDDam_over_RDDam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Differential fdr&lt;0.25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Complete Set fdr=1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544068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MaleMHFD_over_MaleMRD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Differential fdr&lt;0.25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Complete Set fdr=1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544068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FemMHFD_over_FemMRD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Differential fdr&lt;0.25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Complete Set fdr=1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1426464"/>
            <a:ext cx="411480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MaleMRD_MaleMHFD_FemMRD_FemMHFD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Differential fdr&lt;0.25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Complete Set fdr=1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544068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5440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34409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Garamond</vt:lpstr>
      <vt:lpstr>Custom Design</vt:lpstr>
    </vt:vector>
  </TitlesOfParts>
  <Company>University of Houston</Company>
  <LinksUpToDate>false</LinksUpToDate>
  <SharedDoc>false</SharedDoc>
  <HyperlinksChanged>false</HyperlinksChanged>
  <AppVersion>16.0009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Badrajee Piyarathna</dc:creator>
  <cp:lastModifiedBy>tanmaygandhi</cp:lastModifiedBy>
  <cp:revision>974</cp:revision>
  <cp:lastPrinted>2016-08-06T16:03:59Z</cp:lastPrinted>
  <dcterms:created xsi:type="dcterms:W3CDTF">2012-05-09T00:27:15Z</dcterms:created>
  <dcterms:modified xsi:type="dcterms:W3CDTF">2023-08-31T12:26:15Z</dcterms:modified>
</cp:coreProperties>
</file>