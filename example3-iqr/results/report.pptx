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 xmlns:a="http://schemas.openxmlformats.org/drawingml/2006/main" xmlns:r="http://schemas.openxmlformats.org/officeDocument/2006/relationships" xmlns:p="http://schemas.openxmlformats.org/presentationml/2006/main"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684f2678047b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684f116e3af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684f5be178b8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2fbca728.jpg"/>
<Relationship Id="rId3" Type="http://schemas.openxmlformats.org/officeDocument/2006/relationships/image" Target="../media/file1684fa824b94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702fe6ef.jpg"/>
<Relationship Id="rId3" Type="http://schemas.openxmlformats.org/officeDocument/2006/relationships/image" Target="../media/file1684f58e28e73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1f64d9c.jpg"/>
<Relationship Id="rId3" Type="http://schemas.openxmlformats.org/officeDocument/2006/relationships/image" Target="../media/file1684f51613dc5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471e7a40.jpg"/>
<Relationship Id="rId3" Type="http://schemas.openxmlformats.org/officeDocument/2006/relationships/image" Target="../media/file1684f21ec243a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163e6d3c.jpg"/>
<Relationship Id="rId3" Type="http://schemas.openxmlformats.org/officeDocument/2006/relationships/image" Target="../media/file1684f5c75898c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289975c0.jpg"/>
<Relationship Id="rId3" Type="http://schemas.openxmlformats.org/officeDocument/2006/relationships/image" Target="../media/file1684f7301a512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70fc7bba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684f501f2a49.jpg"/>
<Relationship Id="rId3" Type="http://schemas.openxmlformats.org/officeDocument/2006/relationships/image" Target="../media/file1684f2e1147b7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2023-03-29T20:41:05Z</dcterms:modified>
</cp:coreProperties>
</file>