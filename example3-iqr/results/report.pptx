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3E95266-8A91-634B-9D8A-82E9C2DFC7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98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27"/>
    <p:restoredTop sz="99310" autoAdjust="0"/>
  </p:normalViewPr>
  <p:slideViewPr>
    <p:cSldViewPr snapToGrid="0" snapToObjects="1">
      <p:cViewPr varScale="1">
        <p:scale>
          <a:sx n="131" d="100"/>
          <a:sy n="131" d="100"/>
        </p:scale>
        <p:origin x="13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72"/>
    </p:cViewPr>
  </p:sorter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475388-B706-A848-A46B-DDB877936374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418B3A-84A4-8742-8380-9258A83A48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4058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587B2F-58BE-554B-B170-DCECE273C696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EEF556-E94F-A84A-A7AB-DF543355B8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8983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42282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E0D961-9B36-6D45-8D8C-1EBEC7A44DA6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4079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2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422667"/>
            <a:ext cx="4040188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22667"/>
            <a:ext cx="4041775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DF1B7-1ED9-3543-A017-68BCC855D1DE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152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665924"/>
            <a:ext cx="8229600" cy="5460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8003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5" r:id="rId3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3200" kern="1200">
          <a:solidFill>
            <a:schemeClr val="tx1"/>
          </a:solidFill>
          <a:latin typeface="Garamond" panose="02020404030301010803" pitchFamily="18" charset="0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79d6700d7e23bf7837f56d0d216c522864ed449.jp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c479ce48560851e69eeeb98681289115832d36f.jp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6ac1df7dce332bc716c870d1c3b411768891bc4.jp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a601db3ae00a1f86a5dbfc60cce615b4dded05e.jpg"/>
<Relationship Id="rId3" Type="http://schemas.openxmlformats.org/officeDocument/2006/relationships/image" Target="../media/94fc108a3a5e8584e7a254fd5ebd819b8e21d5bb.jp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56d85ebf7066164d9f44ea3a3e0793b30d530d9.jpg"/>
<Relationship Id="rId3" Type="http://schemas.openxmlformats.org/officeDocument/2006/relationships/image" Target="../media/fde80d89b82b13d53d524eecf2325b93cc283680.jp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c187e1db51661cbdab52bd82693f0f5428e8fc5.jp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7b91d5a15c379b25a045af5e37bc32bba32090a.jpg"/>
<Relationship Id="rId3" Type="http://schemas.openxmlformats.org/officeDocument/2006/relationships/image" Target="../media/83d20c0d321abb0ba02ab58d2fa7d13417b3ce46.jp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/>
              <a:t>Project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/>
              <a:t>Metabolomics Analysis [IQR]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/>
            <a:r>
              <a:rPr/>
              <a:t>Samples</a:t>
            </a:r>
          </a:p>
          <a:p>
            <a:pPr lvl="1"/>
            <a:r>
              <a:rPr/>
              <a:t>39 experimental samples</a:t>
            </a:r>
          </a:p>
          <a:p>
            <a:pPr/>
            <a:r>
              <a:rPr/>
              <a:t>Total of 23 features from 1 methods</a:t>
            </a:r>
          </a:p>
          <a:p>
            <a:pPr lvl="1"/>
            <a:r>
              <a:rPr/>
              <a:t>AminoAcids was normalized by IQR</a:t>
            </a:r>
          </a:p>
          <a:p>
            <a:pPr/>
            <a:r>
              <a:rPr/>
              <a:t>Comparisons performed</a:t>
            </a:r>
          </a:p>
          <a:p>
            <a:pPr lvl="1"/>
            <a:r>
              <a:rPr/>
              <a:t>t-test</a:t>
            </a:r>
          </a:p>
          <a:p>
            <a:pPr lvl="2"/>
            <a:r>
              <a:rPr/>
              <a:t>HFDDam_over_RDDam</a:t>
            </a:r>
          </a:p>
          <a:p>
            <a:pPr lvl="2"/>
            <a:r>
              <a:rPr/>
              <a:t>MaleMHFD_over_MaleMRD</a:t>
            </a:r>
          </a:p>
          <a:p>
            <a:pPr lvl="2"/>
            <a:r>
              <a:rPr/>
              <a:t>FemMHFD_over_FemMRD</a:t>
            </a:r>
          </a:p>
          <a:p>
            <a:pPr lvl="1"/>
            <a:r>
              <a:rPr/>
              <a:t>anova</a:t>
            </a:r>
          </a:p>
          <a:p>
            <a:pPr lvl="2"/>
            <a:r>
              <a:rPr/>
              <a:t>MaleMRD_MaleMHFD_FemMRD_FemMHFD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all_samples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AminoAcids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Liver Control: AminoAcids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HFDDam_over_RDDam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34409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Garamond</vt:lpstr>
      <vt:lpstr>Custom Design</vt:lpstr>
    </vt:vector>
  </TitlesOfParts>
  <Company>University of Houston</Company>
  <LinksUpToDate>false</LinksUpToDate>
  <SharedDoc>false</SharedDoc>
  <HyperlinksChanged>false</HyperlinksChanged>
  <AppVersion>16.0009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Badrajee Piyarathna</dc:creator>
  <cp:lastModifiedBy>tanmaygandhi</cp:lastModifiedBy>
  <cp:revision>974</cp:revision>
  <cp:lastPrinted>2016-08-06T16:03:59Z</cp:lastPrinted>
  <dcterms:created xsi:type="dcterms:W3CDTF">2012-05-09T00:27:15Z</dcterms:created>
  <dcterms:modified xsi:type="dcterms:W3CDTF">2023-03-13T16:16:36Z</dcterms:modified>
</cp:coreProperties>
</file>